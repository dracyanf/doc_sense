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17"/>
  </p:notesMasterIdLst>
  <p:sldIdLst>
    <p:sldId id="271" r:id="rId5"/>
    <p:sldId id="272" r:id="rId6"/>
    <p:sldId id="273" r:id="rId7"/>
    <p:sldId id="274" r:id="rId8"/>
    <p:sldId id="275" r:id="rId9"/>
    <p:sldId id="256" r:id="rId10"/>
    <p:sldId id="257" r:id="rId11"/>
    <p:sldId id="276" r:id="rId12"/>
    <p:sldId id="277" r:id="rId13"/>
    <p:sldId id="278" r:id="rId14"/>
    <p:sldId id="279" r:id="rId15"/>
    <p:sldId id="280" r:id="rId16"/>
  </p:sldIdLst>
  <p:sldSz cx="9144000" cy="6858000" type="screen4x3"/>
  <p:notesSz cx="6858000" cy="9144000"/>
  <p:embeddedFontLst>
    <p:embeddedFont>
      <p:font typeface="Book Antiqua" panose="02040602050305030304" pitchFamily="18" charset="0"/>
      <p:regular r:id="rId18"/>
      <p:bold r:id="rId19"/>
      <p:italic r:id="rId20"/>
      <p:boldItalic r:id="rId21"/>
    </p:embeddedFont>
    <p:embeddedFont>
      <p:font typeface="Calibri" panose="020F0502020204030204" pitchFamily="34"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8" roundtripDataSignature="AMtx7mgLcInLSkLHuHqSc+ZqvHXDxAk9D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5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font" Target="fonts/font1.fntdata"/><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notesMaster" Target="notesMasters/notesMaster1.xml"/><Relationship Id="rId25" Type="http://schemas.openxmlformats.org/officeDocument/2006/relationships/font" Target="fonts/font8.fntdata"/><Relationship Id="rId33"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3.fntdata"/><Relationship Id="rId29"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7.fntdata"/><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6.fntdata"/><Relationship Id="rId28" Type="http://customschemas.google.com/relationships/presentationmetadata" Target="metadata"/><Relationship Id="rId10" Type="http://schemas.openxmlformats.org/officeDocument/2006/relationships/slide" Target="slides/slide6.xml"/><Relationship Id="rId19" Type="http://schemas.openxmlformats.org/officeDocument/2006/relationships/font" Target="fonts/font2.fntdata"/><Relationship Id="rId31"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5.fntdata"/><Relationship Id="rId30"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arhan shaikh" userId="d10aeebb773dd05c" providerId="LiveId" clId="{898A6306-74E7-4BC6-AFFE-E7C93A6C2BB0}"/>
    <pc:docChg chg="custSel modSld">
      <pc:chgData name="farhan shaikh" userId="d10aeebb773dd05c" providerId="LiveId" clId="{898A6306-74E7-4BC6-AFFE-E7C93A6C2BB0}" dt="2023-08-02T18:38:34.787" v="6" actId="1076"/>
      <pc:docMkLst>
        <pc:docMk/>
      </pc:docMkLst>
      <pc:sldChg chg="delSp modSp mod">
        <pc:chgData name="farhan shaikh" userId="d10aeebb773dd05c" providerId="LiveId" clId="{898A6306-74E7-4BC6-AFFE-E7C93A6C2BB0}" dt="2023-08-02T18:38:34.787" v="6" actId="1076"/>
        <pc:sldMkLst>
          <pc:docMk/>
          <pc:sldMk cId="227171281" sldId="277"/>
        </pc:sldMkLst>
        <pc:spChg chg="mod">
          <ac:chgData name="farhan shaikh" userId="d10aeebb773dd05c" providerId="LiveId" clId="{898A6306-74E7-4BC6-AFFE-E7C93A6C2BB0}" dt="2023-08-02T18:38:34.787" v="6" actId="1076"/>
          <ac:spMkLst>
            <pc:docMk/>
            <pc:sldMk cId="227171281" sldId="277"/>
            <ac:spMk id="2" creationId="{26EE209E-D979-A6DF-3B88-D55D018D2027}"/>
          </ac:spMkLst>
        </pc:spChg>
        <pc:spChg chg="mod">
          <ac:chgData name="farhan shaikh" userId="d10aeebb773dd05c" providerId="LiveId" clId="{898A6306-74E7-4BC6-AFFE-E7C93A6C2BB0}" dt="2023-08-02T18:38:30.539" v="5" actId="1076"/>
          <ac:spMkLst>
            <pc:docMk/>
            <pc:sldMk cId="227171281" sldId="277"/>
            <ac:spMk id="3" creationId="{4B92423D-F4FB-1D7C-22C9-AC3BBBDEC289}"/>
          </ac:spMkLst>
        </pc:spChg>
        <pc:spChg chg="del">
          <ac:chgData name="farhan shaikh" userId="d10aeebb773dd05c" providerId="LiveId" clId="{898A6306-74E7-4BC6-AFFE-E7C93A6C2BB0}" dt="2023-08-02T18:38:11.788" v="2" actId="478"/>
          <ac:spMkLst>
            <pc:docMk/>
            <pc:sldMk cId="227171281" sldId="277"/>
            <ac:spMk id="5" creationId="{BF3957DD-8624-9985-3817-8233D819E21B}"/>
          </ac:spMkLst>
        </pc:spChg>
        <pc:spChg chg="del mod">
          <ac:chgData name="farhan shaikh" userId="d10aeebb773dd05c" providerId="LiveId" clId="{898A6306-74E7-4BC6-AFFE-E7C93A6C2BB0}" dt="2023-08-02T18:38:09.858" v="1" actId="478"/>
          <ac:spMkLst>
            <pc:docMk/>
            <pc:sldMk cId="227171281" sldId="277"/>
            <ac:spMk id="6" creationId="{293F7315-9551-C87D-676D-59D8815E078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91425" rIns="91425" bIns="91425"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77" name="Google Shape;77;p1: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643197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2: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85" name="Google Shape;85;p2: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16414069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p3: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dirty="0"/>
          </a:p>
        </p:txBody>
      </p:sp>
      <p:sp>
        <p:nvSpPr>
          <p:cNvPr id="93" name="Google Shape;93;p3: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549709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4: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01" name="Google Shape;101;p4: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824583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p5:notes"/>
          <p:cNvSpPr txBox="1">
            <a:spLocks noGrp="1"/>
          </p:cNvSpPr>
          <p:nvPr>
            <p:ph type="body" idx="1"/>
          </p:nvPr>
        </p:nvSpPr>
        <p:spPr>
          <a:xfrm>
            <a:off x="685800" y="4400550"/>
            <a:ext cx="5486400" cy="360045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400"/>
              <a:buNone/>
            </a:pPr>
            <a:endParaRPr/>
          </a:p>
        </p:txBody>
      </p:sp>
      <p:sp>
        <p:nvSpPr>
          <p:cNvPr id="109" name="Google Shape;109;p5: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7680156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6: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77" name="Google Shape;77;p6: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7: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200" b="0" i="0" u="none" strike="noStrike" cap="none">
              <a:solidFill>
                <a:schemeClr val="dk1"/>
              </a:solidFill>
              <a:latin typeface="Calibri"/>
              <a:ea typeface="Calibri"/>
              <a:cs typeface="Calibri"/>
              <a:sym typeface="Calibri"/>
            </a:endParaRPr>
          </a:p>
        </p:txBody>
      </p:sp>
      <p:sp>
        <p:nvSpPr>
          <p:cNvPr id="85" name="Google Shape;85;p7:notes"/>
          <p:cNvSpPr>
            <a:spLocks noGrp="1" noRot="1" noChangeAspect="1"/>
          </p:cNvSpPr>
          <p:nvPr>
            <p:ph type="sldImg" idx="2"/>
          </p:nvPr>
        </p:nvSpPr>
        <p:spPr>
          <a:xfrm>
            <a:off x="1371600" y="1143000"/>
            <a:ext cx="41148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IN" sz="1200" b="0" i="0" u="none" strike="noStrike" cap="none" smtClean="0">
                <a:solidFill>
                  <a:schemeClr val="dk1"/>
                </a:solidFill>
                <a:latin typeface="Calibri"/>
                <a:ea typeface="Calibri"/>
                <a:cs typeface="Calibri"/>
                <a:sym typeface="Calibri"/>
              </a:rPr>
              <a:t>10</a:t>
            </a:fld>
            <a:endParaRPr lang="en-IN"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472103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19"/>
          <p:cNvSpPr txBox="1">
            <a:spLocks noGrp="1"/>
          </p:cNvSpPr>
          <p:nvPr>
            <p:ph type="ctrTitle"/>
          </p:nvPr>
        </p:nvSpPr>
        <p:spPr>
          <a:xfrm>
            <a:off x="685800" y="2130425"/>
            <a:ext cx="7772400" cy="14700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 name="Google Shape;17;p19"/>
          <p:cNvSpPr txBox="1">
            <a:spLocks noGrp="1"/>
          </p:cNvSpPr>
          <p:nvPr>
            <p:ph type="subTitle" idx="1"/>
          </p:nvPr>
        </p:nvSpPr>
        <p:spPr>
          <a:xfrm>
            <a:off x="1371600" y="3886200"/>
            <a:ext cx="6400800" cy="1752600"/>
          </a:xfrm>
          <a:prstGeom prst="rect">
            <a:avLst/>
          </a:prstGeom>
          <a:noFill/>
          <a:ln>
            <a:noFill/>
          </a:ln>
        </p:spPr>
        <p:txBody>
          <a:bodyPr spcFirstLastPara="1" wrap="square" lIns="91425" tIns="91425" rIns="91425" bIns="91425" anchor="t" anchorCtr="0">
            <a:noAutofit/>
          </a:bodyPr>
          <a:lstStyle>
            <a:lvl1pPr marR="0" lvl="0" algn="ctr">
              <a:lnSpc>
                <a:spcPct val="100000"/>
              </a:lnSpc>
              <a:spcBef>
                <a:spcPts val="480"/>
              </a:spcBef>
              <a:spcAft>
                <a:spcPts val="0"/>
              </a:spcAft>
              <a:buClr>
                <a:srgbClr val="888888"/>
              </a:buClr>
              <a:buSzPts val="2400"/>
              <a:buFont typeface="Noto Sans Symbols"/>
              <a:buNone/>
              <a:defRPr sz="2400" b="0" i="0" u="none" strike="noStrike" cap="none">
                <a:solidFill>
                  <a:srgbClr val="888888"/>
                </a:solidFill>
                <a:latin typeface="Calibri"/>
                <a:ea typeface="Calibri"/>
                <a:cs typeface="Calibri"/>
                <a:sym typeface="Calibri"/>
              </a:defRPr>
            </a:lvl1pPr>
            <a:lvl2pPr marR="0" lvl="1" algn="ctr">
              <a:lnSpc>
                <a:spcPct val="100000"/>
              </a:lnSpc>
              <a:spcBef>
                <a:spcPts val="400"/>
              </a:spcBef>
              <a:spcAft>
                <a:spcPts val="0"/>
              </a:spcAft>
              <a:buClr>
                <a:srgbClr val="888888"/>
              </a:buClr>
              <a:buSzPts val="2000"/>
              <a:buFont typeface="Noto Sans Symbols"/>
              <a:buNone/>
              <a:defRPr sz="2000" b="0" i="0" u="none" strike="noStrike" cap="none">
                <a:solidFill>
                  <a:srgbClr val="888888"/>
                </a:solidFill>
                <a:latin typeface="Calibri"/>
                <a:ea typeface="Calibri"/>
                <a:cs typeface="Calibri"/>
                <a:sym typeface="Calibri"/>
              </a:defRPr>
            </a:lvl2pPr>
            <a:lvl3pPr marR="0" lvl="2" algn="ctr">
              <a:lnSpc>
                <a:spcPct val="100000"/>
              </a:lnSpc>
              <a:spcBef>
                <a:spcPts val="360"/>
              </a:spcBef>
              <a:spcAft>
                <a:spcPts val="0"/>
              </a:spcAft>
              <a:buClr>
                <a:srgbClr val="888888"/>
              </a:buClr>
              <a:buSzPts val="1800"/>
              <a:buFont typeface="Noto Sans Symbols"/>
              <a:buNone/>
              <a:defRPr sz="1800" b="0" i="0" u="none" strike="noStrike" cap="none">
                <a:solidFill>
                  <a:srgbClr val="888888"/>
                </a:solidFill>
                <a:latin typeface="Calibri"/>
                <a:ea typeface="Calibri"/>
                <a:cs typeface="Calibri"/>
                <a:sym typeface="Calibri"/>
              </a:defRPr>
            </a:lvl3pPr>
            <a:lvl4pPr marR="0" lvl="3" algn="ctr">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4pPr>
            <a:lvl5pPr marR="0" lvl="4" algn="ctr">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5pPr>
            <a:lvl6pPr marR="0" lvl="5"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R="0" lvl="6"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R="0" lvl="7"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R="0" lvl="8" algn="ctr">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8" name="Google Shape;18;p19"/>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9" name="Google Shape;19;p19"/>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19"/>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20"/>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3" name="Google Shape;23;p20"/>
          <p:cNvSpPr txBox="1">
            <a:spLocks noGrp="1"/>
          </p:cNvSpPr>
          <p:nvPr>
            <p:ph type="body" idx="1"/>
          </p:nvPr>
        </p:nvSpPr>
        <p:spPr>
          <a:xfrm>
            <a:off x="457200" y="2286000"/>
            <a:ext cx="8229600" cy="4070351"/>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 name="Google Shape;24;p20"/>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5" name="Google Shape;25;p20"/>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20"/>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21"/>
          <p:cNvSpPr txBox="1">
            <a:spLocks noGrp="1"/>
          </p:cNvSpPr>
          <p:nvPr>
            <p:ph type="title"/>
          </p:nvPr>
        </p:nvSpPr>
        <p:spPr>
          <a:xfrm>
            <a:off x="722313" y="4406900"/>
            <a:ext cx="7772400" cy="1362075"/>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chemeClr val="dk1"/>
              </a:buClr>
              <a:buSzPts val="4000"/>
              <a:buFont typeface="Calibri"/>
              <a:buNone/>
              <a:defRPr sz="4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9" name="Google Shape;29;p21"/>
          <p:cNvSpPr txBox="1">
            <a:spLocks noGrp="1"/>
          </p:cNvSpPr>
          <p:nvPr>
            <p:ph type="body" idx="1"/>
          </p:nvPr>
        </p:nvSpPr>
        <p:spPr>
          <a:xfrm>
            <a:off x="722313" y="2906713"/>
            <a:ext cx="7772400" cy="1500187"/>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00"/>
              </a:spcBef>
              <a:spcAft>
                <a:spcPts val="0"/>
              </a:spcAft>
              <a:buClr>
                <a:srgbClr val="888888"/>
              </a:buClr>
              <a:buSzPts val="2000"/>
              <a:buFont typeface="Noto Sans Symbols"/>
              <a:buNone/>
              <a:defRPr sz="2000" b="0" i="0" u="none" strike="noStrike" cap="none">
                <a:solidFill>
                  <a:srgbClr val="888888"/>
                </a:solidFill>
                <a:latin typeface="Calibri"/>
                <a:ea typeface="Calibri"/>
                <a:cs typeface="Calibri"/>
                <a:sym typeface="Calibri"/>
              </a:defRPr>
            </a:lvl1pPr>
            <a:lvl2pPr marL="914400" marR="0" lvl="1" indent="-228600" algn="l">
              <a:lnSpc>
                <a:spcPct val="100000"/>
              </a:lnSpc>
              <a:spcBef>
                <a:spcPts val="360"/>
              </a:spcBef>
              <a:spcAft>
                <a:spcPts val="0"/>
              </a:spcAft>
              <a:buClr>
                <a:srgbClr val="888888"/>
              </a:buClr>
              <a:buSzPts val="1800"/>
              <a:buFont typeface="Noto Sans Symbols"/>
              <a:buNone/>
              <a:defRPr sz="1800" b="0" i="0" u="none" strike="noStrike" cap="none">
                <a:solidFill>
                  <a:srgbClr val="888888"/>
                </a:solidFill>
                <a:latin typeface="Calibri"/>
                <a:ea typeface="Calibri"/>
                <a:cs typeface="Calibri"/>
                <a:sym typeface="Calibri"/>
              </a:defRPr>
            </a:lvl2pPr>
            <a:lvl3pPr marL="1371600" marR="0" lvl="2" indent="-228600" algn="l">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3pPr>
            <a:lvl4pPr marL="1828800" marR="0" lvl="3" indent="-228600" algn="l">
              <a:lnSpc>
                <a:spcPct val="100000"/>
              </a:lnSpc>
              <a:spcBef>
                <a:spcPts val="280"/>
              </a:spcBef>
              <a:spcAft>
                <a:spcPts val="0"/>
              </a:spcAft>
              <a:buClr>
                <a:srgbClr val="888888"/>
              </a:buClr>
              <a:buSzPts val="1400"/>
              <a:buFont typeface="Noto Sans Symbols"/>
              <a:buNone/>
              <a:defRPr sz="1400" b="0" i="0" u="none" strike="noStrike" cap="none">
                <a:solidFill>
                  <a:srgbClr val="888888"/>
                </a:solidFill>
                <a:latin typeface="Calibri"/>
                <a:ea typeface="Calibri"/>
                <a:cs typeface="Calibri"/>
                <a:sym typeface="Calibri"/>
              </a:defRPr>
            </a:lvl4pPr>
            <a:lvl5pPr marL="2286000" marR="0" lvl="4" indent="-228600" algn="l">
              <a:lnSpc>
                <a:spcPct val="100000"/>
              </a:lnSpc>
              <a:spcBef>
                <a:spcPts val="280"/>
              </a:spcBef>
              <a:spcAft>
                <a:spcPts val="0"/>
              </a:spcAft>
              <a:buClr>
                <a:srgbClr val="888888"/>
              </a:buClr>
              <a:buSzPts val="1400"/>
              <a:buFont typeface="Noto Sans Symbols"/>
              <a:buNone/>
              <a:defRPr sz="1400" b="0" i="0" u="none" strike="noStrike" cap="none">
                <a:solidFill>
                  <a:srgbClr val="888888"/>
                </a:solidFill>
                <a:latin typeface="Calibri"/>
                <a:ea typeface="Calibri"/>
                <a:cs typeface="Calibri"/>
                <a:sym typeface="Calibri"/>
              </a:defRPr>
            </a:lvl5pPr>
            <a:lvl6pPr marL="2743200" marR="0" lvl="5"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6pPr>
            <a:lvl7pPr marL="3200400" marR="0" lvl="6"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7pPr>
            <a:lvl8pPr marL="3657600" marR="0" lvl="7"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8pPr>
            <a:lvl9pPr marL="4114800" marR="0" lvl="8" indent="-228600" algn="l">
              <a:lnSpc>
                <a:spcPct val="100000"/>
              </a:lnSpc>
              <a:spcBef>
                <a:spcPts val="28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30" name="Google Shape;30;p21"/>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1" name="Google Shape;31;p21"/>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2" name="Google Shape;32;p21"/>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22"/>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22"/>
          <p:cNvSpPr txBox="1">
            <a:spLocks noGrp="1"/>
          </p:cNvSpPr>
          <p:nvPr>
            <p:ph type="body" idx="1"/>
          </p:nvPr>
        </p:nvSpPr>
        <p:spPr>
          <a:xfrm>
            <a:off x="457200" y="1600200"/>
            <a:ext cx="4038600" cy="4525963"/>
          </a:xfrm>
          <a:prstGeom prst="rect">
            <a:avLst/>
          </a:prstGeom>
          <a:noFill/>
          <a:ln>
            <a:noFill/>
          </a:ln>
        </p:spPr>
        <p:txBody>
          <a:bodyPr spcFirstLastPara="1" wrap="square" lIns="91425" tIns="91425" rIns="91425" bIns="91425" anchor="t" anchorCtr="0">
            <a:noAutofit/>
          </a:bodyPr>
          <a:lstStyle>
            <a:lvl1pPr marL="457200" marR="0" lvl="0"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6" name="Google Shape;36;p22"/>
          <p:cNvSpPr txBox="1">
            <a:spLocks noGrp="1"/>
          </p:cNvSpPr>
          <p:nvPr>
            <p:ph type="body" idx="2"/>
          </p:nvPr>
        </p:nvSpPr>
        <p:spPr>
          <a:xfrm>
            <a:off x="4648200" y="1600200"/>
            <a:ext cx="4038600" cy="4525963"/>
          </a:xfrm>
          <a:prstGeom prst="rect">
            <a:avLst/>
          </a:prstGeom>
          <a:noFill/>
          <a:ln>
            <a:noFill/>
          </a:ln>
        </p:spPr>
        <p:txBody>
          <a:bodyPr spcFirstLastPara="1" wrap="square" lIns="91425" tIns="91425" rIns="91425" bIns="91425" anchor="t" anchorCtr="0">
            <a:noAutofit/>
          </a:bodyPr>
          <a:lstStyle>
            <a:lvl1pPr marL="457200" marR="0" lvl="0"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1pPr>
            <a:lvl2pPr marL="914400" marR="0" lvl="1"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2pPr>
            <a:lvl3pPr marL="1371600" marR="0" lvl="2"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3pPr>
            <a:lvl4pPr marL="1828800" marR="0" lvl="3"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4pPr>
            <a:lvl5pPr marL="2286000" marR="0" lvl="4"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5pPr>
            <a:lvl6pPr marL="2743200" marR="0" lvl="5"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37" name="Google Shape;37;p22"/>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8" name="Google Shape;38;p22"/>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39" name="Google Shape;39;p22"/>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23"/>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2" name="Google Shape;42;p23"/>
          <p:cNvSpPr txBox="1">
            <a:spLocks noGrp="1"/>
          </p:cNvSpPr>
          <p:nvPr>
            <p:ph type="body" idx="1"/>
          </p:nvPr>
        </p:nvSpPr>
        <p:spPr>
          <a:xfrm>
            <a:off x="457200" y="1535113"/>
            <a:ext cx="4040188"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2400"/>
              <a:buFont typeface="Noto Sans Symbols"/>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000"/>
              <a:buFont typeface="Noto Sans Symbols"/>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1800"/>
              <a:buFont typeface="Noto Sans Symbols"/>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3" name="Google Shape;43;p23"/>
          <p:cNvSpPr txBox="1">
            <a:spLocks noGrp="1"/>
          </p:cNvSpPr>
          <p:nvPr>
            <p:ph type="body" idx="2"/>
          </p:nvPr>
        </p:nvSpPr>
        <p:spPr>
          <a:xfrm>
            <a:off x="457200" y="2174875"/>
            <a:ext cx="4040188"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4" name="Google Shape;44;p23"/>
          <p:cNvSpPr txBox="1">
            <a:spLocks noGrp="1"/>
          </p:cNvSpPr>
          <p:nvPr>
            <p:ph type="body" idx="3"/>
          </p:nvPr>
        </p:nvSpPr>
        <p:spPr>
          <a:xfrm>
            <a:off x="4645025" y="1535113"/>
            <a:ext cx="4041775" cy="639762"/>
          </a:xfrm>
          <a:prstGeom prst="rect">
            <a:avLst/>
          </a:prstGeom>
          <a:noFill/>
          <a:ln>
            <a:noFill/>
          </a:ln>
        </p:spPr>
        <p:txBody>
          <a:bodyPr spcFirstLastPara="1" wrap="square" lIns="91425" tIns="91425" rIns="91425" bIns="91425" anchor="b" anchorCtr="0">
            <a:noAutofit/>
          </a:bodyPr>
          <a:lstStyle>
            <a:lvl1pPr marL="457200" marR="0" lvl="0" indent="-228600" algn="l">
              <a:lnSpc>
                <a:spcPct val="100000"/>
              </a:lnSpc>
              <a:spcBef>
                <a:spcPts val="480"/>
              </a:spcBef>
              <a:spcAft>
                <a:spcPts val="0"/>
              </a:spcAft>
              <a:buClr>
                <a:schemeClr val="dk1"/>
              </a:buClr>
              <a:buSzPts val="2400"/>
              <a:buFont typeface="Noto Sans Symbols"/>
              <a:buNone/>
              <a:defRPr sz="2400" b="1" i="0" u="none" strike="noStrike" cap="none">
                <a:solidFill>
                  <a:schemeClr val="dk1"/>
                </a:solidFill>
                <a:latin typeface="Calibri"/>
                <a:ea typeface="Calibri"/>
                <a:cs typeface="Calibri"/>
                <a:sym typeface="Calibri"/>
              </a:defRPr>
            </a:lvl1pPr>
            <a:lvl2pPr marL="914400" marR="0" lvl="1" indent="-228600" algn="l">
              <a:lnSpc>
                <a:spcPct val="100000"/>
              </a:lnSpc>
              <a:spcBef>
                <a:spcPts val="400"/>
              </a:spcBef>
              <a:spcAft>
                <a:spcPts val="0"/>
              </a:spcAft>
              <a:buClr>
                <a:schemeClr val="dk1"/>
              </a:buClr>
              <a:buSzPts val="2000"/>
              <a:buFont typeface="Noto Sans Symbols"/>
              <a:buNone/>
              <a:defRPr sz="2000" b="1" i="0" u="none" strike="noStrike" cap="none">
                <a:solidFill>
                  <a:schemeClr val="dk1"/>
                </a:solidFill>
                <a:latin typeface="Calibri"/>
                <a:ea typeface="Calibri"/>
                <a:cs typeface="Calibri"/>
                <a:sym typeface="Calibri"/>
              </a:defRPr>
            </a:lvl2pPr>
            <a:lvl3pPr marL="1371600" marR="0" lvl="2" indent="-228600" algn="l">
              <a:lnSpc>
                <a:spcPct val="100000"/>
              </a:lnSpc>
              <a:spcBef>
                <a:spcPts val="360"/>
              </a:spcBef>
              <a:spcAft>
                <a:spcPts val="0"/>
              </a:spcAft>
              <a:buClr>
                <a:schemeClr val="dk1"/>
              </a:buClr>
              <a:buSzPts val="1800"/>
              <a:buFont typeface="Noto Sans Symbols"/>
              <a:buNone/>
              <a:defRPr sz="1800" b="1" i="0" u="none" strike="noStrike" cap="none">
                <a:solidFill>
                  <a:schemeClr val="dk1"/>
                </a:solidFill>
                <a:latin typeface="Calibri"/>
                <a:ea typeface="Calibri"/>
                <a:cs typeface="Calibri"/>
                <a:sym typeface="Calibri"/>
              </a:defRPr>
            </a:lvl3pPr>
            <a:lvl4pPr marL="1828800" marR="0" lvl="3"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4pPr>
            <a:lvl5pPr marL="2286000" marR="0" lvl="4" indent="-228600" algn="l">
              <a:lnSpc>
                <a:spcPct val="100000"/>
              </a:lnSpc>
              <a:spcBef>
                <a:spcPts val="320"/>
              </a:spcBef>
              <a:spcAft>
                <a:spcPts val="0"/>
              </a:spcAft>
              <a:buClr>
                <a:schemeClr val="dk1"/>
              </a:buClr>
              <a:buSzPts val="1600"/>
              <a:buFont typeface="Noto Sans Symbols"/>
              <a:buNone/>
              <a:defRPr sz="1600" b="1" i="0" u="none" strike="noStrike" cap="none">
                <a:solidFill>
                  <a:schemeClr val="dk1"/>
                </a:solidFill>
                <a:latin typeface="Calibri"/>
                <a:ea typeface="Calibri"/>
                <a:cs typeface="Calibri"/>
                <a:sym typeface="Calibri"/>
              </a:defRPr>
            </a:lvl5pPr>
            <a:lvl6pPr marL="2743200" marR="0" lvl="5"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6pPr>
            <a:lvl7pPr marL="3200400" marR="0" lvl="6"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7pPr>
            <a:lvl8pPr marL="3657600" marR="0" lvl="7"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8pPr>
            <a:lvl9pPr marL="4114800" marR="0" lvl="8" indent="-228600" algn="l">
              <a:lnSpc>
                <a:spcPct val="100000"/>
              </a:lnSpc>
              <a:spcBef>
                <a:spcPts val="320"/>
              </a:spcBef>
              <a:spcAft>
                <a:spcPts val="0"/>
              </a:spcAft>
              <a:buClr>
                <a:schemeClr val="dk1"/>
              </a:buClr>
              <a:buSzPts val="16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45" name="Google Shape;45;p23"/>
          <p:cNvSpPr txBox="1">
            <a:spLocks noGrp="1"/>
          </p:cNvSpPr>
          <p:nvPr>
            <p:ph type="body" idx="4"/>
          </p:nvPr>
        </p:nvSpPr>
        <p:spPr>
          <a:xfrm>
            <a:off x="4645025" y="2174875"/>
            <a:ext cx="4041775" cy="3951288"/>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46" name="Google Shape;46;p23"/>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23"/>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2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49"/>
        <p:cNvGrpSpPr/>
        <p:nvPr/>
      </p:nvGrpSpPr>
      <p:grpSpPr>
        <a:xfrm>
          <a:off x="0" y="0"/>
          <a:ext cx="0" cy="0"/>
          <a:chOff x="0" y="0"/>
          <a:chExt cx="0" cy="0"/>
        </a:xfrm>
      </p:grpSpPr>
      <p:sp>
        <p:nvSpPr>
          <p:cNvPr id="50" name="Google Shape;50;p24"/>
          <p:cNvSpPr txBox="1">
            <a:spLocks noGrp="1"/>
          </p:cNvSpPr>
          <p:nvPr>
            <p:ph type="title"/>
          </p:nvPr>
        </p:nvSpPr>
        <p:spPr>
          <a:xfrm>
            <a:off x="457200" y="273050"/>
            <a:ext cx="3008313" cy="1162050"/>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1" name="Google Shape;51;p24"/>
          <p:cNvSpPr txBox="1">
            <a:spLocks noGrp="1"/>
          </p:cNvSpPr>
          <p:nvPr>
            <p:ph type="body" idx="1"/>
          </p:nvPr>
        </p:nvSpPr>
        <p:spPr>
          <a:xfrm>
            <a:off x="3575050" y="273050"/>
            <a:ext cx="5111750" cy="5853113"/>
          </a:xfrm>
          <a:prstGeom prst="rect">
            <a:avLst/>
          </a:prstGeom>
          <a:noFill/>
          <a:ln>
            <a:noFill/>
          </a:ln>
        </p:spPr>
        <p:txBody>
          <a:bodyPr spcFirstLastPara="1" wrap="square" lIns="91425" tIns="91425" rIns="91425" bIns="91425" anchor="t" anchorCtr="0">
            <a:noAutofit/>
          </a:bodyPr>
          <a:lstStyle>
            <a:lvl1pPr marL="457200" marR="0" lvl="0" indent="-431800" algn="l">
              <a:lnSpc>
                <a:spcPct val="100000"/>
              </a:lnSpc>
              <a:spcBef>
                <a:spcPts val="640"/>
              </a:spcBef>
              <a:spcAft>
                <a:spcPts val="0"/>
              </a:spcAft>
              <a:buClr>
                <a:schemeClr val="dk1"/>
              </a:buClr>
              <a:buSzPts val="3200"/>
              <a:buFont typeface="Noto Sans Symbols"/>
              <a:buChar char="❑"/>
              <a:defRPr sz="3200" b="0" i="0" u="none" strike="noStrike" cap="none">
                <a:solidFill>
                  <a:schemeClr val="dk1"/>
                </a:solidFill>
                <a:latin typeface="Calibri"/>
                <a:ea typeface="Calibri"/>
                <a:cs typeface="Calibri"/>
                <a:sym typeface="Calibri"/>
              </a:defRPr>
            </a:lvl1pPr>
            <a:lvl2pPr marL="914400" marR="0" lvl="1" indent="-406400" algn="l">
              <a:lnSpc>
                <a:spcPct val="100000"/>
              </a:lnSpc>
              <a:spcBef>
                <a:spcPts val="560"/>
              </a:spcBef>
              <a:spcAft>
                <a:spcPts val="0"/>
              </a:spcAft>
              <a:buClr>
                <a:schemeClr val="dk1"/>
              </a:buClr>
              <a:buSzPts val="2800"/>
              <a:buFont typeface="Noto Sans Symbols"/>
              <a:buChar char="▪"/>
              <a:defRPr sz="2800" b="0" i="0" u="none" strike="noStrike" cap="none">
                <a:solidFill>
                  <a:schemeClr val="dk1"/>
                </a:solidFill>
                <a:latin typeface="Calibri"/>
                <a:ea typeface="Calibri"/>
                <a:cs typeface="Calibri"/>
                <a:sym typeface="Calibri"/>
              </a:defRPr>
            </a:lvl2pPr>
            <a:lvl3pPr marL="1371600" marR="0" lvl="2"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3pPr>
            <a:lvl4pPr marL="1828800" marR="0" lvl="3"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4pPr>
            <a:lvl5pPr marL="2286000" marR="0" lvl="4"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52" name="Google Shape;52;p24"/>
          <p:cNvSpPr txBox="1">
            <a:spLocks noGrp="1"/>
          </p:cNvSpPr>
          <p:nvPr>
            <p:ph type="body" idx="2"/>
          </p:nvPr>
        </p:nvSpPr>
        <p:spPr>
          <a:xfrm>
            <a:off x="457200" y="1435100"/>
            <a:ext cx="3008313" cy="4691063"/>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1400"/>
              <a:buFont typeface="Noto Sans Symbols"/>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1200"/>
              <a:buFont typeface="Noto Sans Symbols"/>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1000"/>
              <a:buFont typeface="Noto Sans Symbols"/>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53" name="Google Shape;53;p24"/>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24"/>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5" name="Google Shape;55;p2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56"/>
        <p:cNvGrpSpPr/>
        <p:nvPr/>
      </p:nvGrpSpPr>
      <p:grpSpPr>
        <a:xfrm>
          <a:off x="0" y="0"/>
          <a:ext cx="0" cy="0"/>
          <a:chOff x="0" y="0"/>
          <a:chExt cx="0" cy="0"/>
        </a:xfrm>
      </p:grpSpPr>
      <p:sp>
        <p:nvSpPr>
          <p:cNvPr id="57" name="Google Shape;57;p25"/>
          <p:cNvSpPr txBox="1">
            <a:spLocks noGrp="1"/>
          </p:cNvSpPr>
          <p:nvPr>
            <p:ph type="title"/>
          </p:nvPr>
        </p:nvSpPr>
        <p:spPr>
          <a:xfrm>
            <a:off x="1792288" y="4800600"/>
            <a:ext cx="5486400" cy="566738"/>
          </a:xfrm>
          <a:prstGeom prst="rect">
            <a:avLst/>
          </a:prstGeom>
          <a:noFill/>
          <a:ln>
            <a:noFill/>
          </a:ln>
        </p:spPr>
        <p:txBody>
          <a:bodyPr spcFirstLastPara="1" wrap="square" lIns="91425" tIns="91425" rIns="91425" bIns="91425" anchor="b" anchorCtr="0">
            <a:noAutofit/>
          </a:bodyPr>
          <a:lstStyle>
            <a:lvl1pPr marR="0" lvl="0" algn="l">
              <a:lnSpc>
                <a:spcPct val="100000"/>
              </a:lnSpc>
              <a:spcBef>
                <a:spcPts val="0"/>
              </a:spcBef>
              <a:spcAft>
                <a:spcPts val="0"/>
              </a:spcAft>
              <a:buClr>
                <a:schemeClr val="dk1"/>
              </a:buClr>
              <a:buSzPts val="2000"/>
              <a:buFont typeface="Calibri"/>
              <a:buNone/>
              <a:defRPr sz="20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8" name="Google Shape;58;p25"/>
          <p:cNvSpPr>
            <a:spLocks noGrp="1"/>
          </p:cNvSpPr>
          <p:nvPr>
            <p:ph type="pic" idx="2"/>
          </p:nvPr>
        </p:nvSpPr>
        <p:spPr>
          <a:xfrm>
            <a:off x="1792288" y="612775"/>
            <a:ext cx="5486400" cy="4114800"/>
          </a:xfrm>
          <a:prstGeom prst="rect">
            <a:avLst/>
          </a:prstGeom>
          <a:noFill/>
          <a:ln>
            <a:noFill/>
          </a:ln>
        </p:spPr>
      </p:sp>
      <p:sp>
        <p:nvSpPr>
          <p:cNvPr id="59" name="Google Shape;59;p25"/>
          <p:cNvSpPr txBox="1">
            <a:spLocks noGrp="1"/>
          </p:cNvSpPr>
          <p:nvPr>
            <p:ph type="body" idx="1"/>
          </p:nvPr>
        </p:nvSpPr>
        <p:spPr>
          <a:xfrm>
            <a:off x="1792288" y="5367338"/>
            <a:ext cx="5486400" cy="804862"/>
          </a:xfrm>
          <a:prstGeom prst="rect">
            <a:avLst/>
          </a:prstGeom>
          <a:noFill/>
          <a:ln>
            <a:noFill/>
          </a:ln>
        </p:spPr>
        <p:txBody>
          <a:bodyPr spcFirstLastPara="1" wrap="square" lIns="91425" tIns="91425" rIns="91425" bIns="91425" anchor="t" anchorCtr="0">
            <a:noAutofit/>
          </a:bodyPr>
          <a:lstStyle>
            <a:lvl1pPr marL="457200" marR="0" lvl="0" indent="-228600" algn="l">
              <a:lnSpc>
                <a:spcPct val="100000"/>
              </a:lnSpc>
              <a:spcBef>
                <a:spcPts val="280"/>
              </a:spcBef>
              <a:spcAft>
                <a:spcPts val="0"/>
              </a:spcAft>
              <a:buClr>
                <a:schemeClr val="dk1"/>
              </a:buClr>
              <a:buSzPts val="1400"/>
              <a:buFont typeface="Noto Sans Symbols"/>
              <a:buNone/>
              <a:defRPr sz="1400" b="0" i="0" u="none" strike="noStrike" cap="none">
                <a:solidFill>
                  <a:schemeClr val="dk1"/>
                </a:solidFill>
                <a:latin typeface="Calibri"/>
                <a:ea typeface="Calibri"/>
                <a:cs typeface="Calibri"/>
                <a:sym typeface="Calibri"/>
              </a:defRPr>
            </a:lvl1pPr>
            <a:lvl2pPr marL="914400" marR="0" lvl="1" indent="-228600" algn="l">
              <a:lnSpc>
                <a:spcPct val="100000"/>
              </a:lnSpc>
              <a:spcBef>
                <a:spcPts val="240"/>
              </a:spcBef>
              <a:spcAft>
                <a:spcPts val="0"/>
              </a:spcAft>
              <a:buClr>
                <a:schemeClr val="dk1"/>
              </a:buClr>
              <a:buSzPts val="1200"/>
              <a:buFont typeface="Noto Sans Symbols"/>
              <a:buNone/>
              <a:defRPr sz="1200" b="0" i="0" u="none" strike="noStrike" cap="none">
                <a:solidFill>
                  <a:schemeClr val="dk1"/>
                </a:solidFill>
                <a:latin typeface="Calibri"/>
                <a:ea typeface="Calibri"/>
                <a:cs typeface="Calibri"/>
                <a:sym typeface="Calibri"/>
              </a:defRPr>
            </a:lvl2pPr>
            <a:lvl3pPr marL="1371600" marR="0" lvl="2" indent="-228600" algn="l">
              <a:lnSpc>
                <a:spcPct val="100000"/>
              </a:lnSpc>
              <a:spcBef>
                <a:spcPts val="200"/>
              </a:spcBef>
              <a:spcAft>
                <a:spcPts val="0"/>
              </a:spcAft>
              <a:buClr>
                <a:schemeClr val="dk1"/>
              </a:buClr>
              <a:buSzPts val="1000"/>
              <a:buFont typeface="Noto Sans Symbols"/>
              <a:buNone/>
              <a:defRPr sz="1000" b="0" i="0" u="none" strike="noStrike" cap="none">
                <a:solidFill>
                  <a:schemeClr val="dk1"/>
                </a:solidFill>
                <a:latin typeface="Calibri"/>
                <a:ea typeface="Calibri"/>
                <a:cs typeface="Calibri"/>
                <a:sym typeface="Calibri"/>
              </a:defRPr>
            </a:lvl3pPr>
            <a:lvl4pPr marL="1828800" marR="0" lvl="3"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4pPr>
            <a:lvl5pPr marL="2286000" marR="0" lvl="4" indent="-228600" algn="l">
              <a:lnSpc>
                <a:spcPct val="100000"/>
              </a:lnSpc>
              <a:spcBef>
                <a:spcPts val="180"/>
              </a:spcBef>
              <a:spcAft>
                <a:spcPts val="0"/>
              </a:spcAft>
              <a:buClr>
                <a:schemeClr val="dk1"/>
              </a:buClr>
              <a:buSzPts val="900"/>
              <a:buFont typeface="Noto Sans Symbols"/>
              <a:buNone/>
              <a:defRPr sz="900" b="0" i="0" u="none" strike="noStrike" cap="none">
                <a:solidFill>
                  <a:schemeClr val="dk1"/>
                </a:solidFill>
                <a:latin typeface="Calibri"/>
                <a:ea typeface="Calibri"/>
                <a:cs typeface="Calibri"/>
                <a:sym typeface="Calibri"/>
              </a:defRPr>
            </a:lvl5pPr>
            <a:lvl6pPr marL="2743200" marR="0" lvl="5"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6pPr>
            <a:lvl7pPr marL="3200400" marR="0" lvl="6"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7pPr>
            <a:lvl8pPr marL="3657600" marR="0" lvl="7"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8pPr>
            <a:lvl9pPr marL="4114800" marR="0" lvl="8" indent="-228600" algn="l">
              <a:lnSpc>
                <a:spcPct val="100000"/>
              </a:lnSpc>
              <a:spcBef>
                <a:spcPts val="180"/>
              </a:spcBef>
              <a:spcAft>
                <a:spcPts val="0"/>
              </a:spcAft>
              <a:buClr>
                <a:schemeClr val="dk1"/>
              </a:buClr>
              <a:buSzPts val="9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60" name="Google Shape;60;p25"/>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1" name="Google Shape;61;p25"/>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2" name="Google Shape;62;p2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3"/>
        <p:cNvGrpSpPr/>
        <p:nvPr/>
      </p:nvGrpSpPr>
      <p:grpSpPr>
        <a:xfrm>
          <a:off x="0" y="0"/>
          <a:ext cx="0" cy="0"/>
          <a:chOff x="0" y="0"/>
          <a:chExt cx="0" cy="0"/>
        </a:xfrm>
      </p:grpSpPr>
      <p:sp>
        <p:nvSpPr>
          <p:cNvPr id="64" name="Google Shape;64;p26"/>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65" name="Google Shape;65;p26"/>
          <p:cNvSpPr txBox="1">
            <a:spLocks noGrp="1"/>
          </p:cNvSpPr>
          <p:nvPr>
            <p:ph type="body" idx="1"/>
          </p:nvPr>
        </p:nvSpPr>
        <p:spPr>
          <a:xfrm rot="5400000">
            <a:off x="2536824" y="206375"/>
            <a:ext cx="4070351" cy="8229600"/>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66" name="Google Shape;66;p26"/>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7" name="Google Shape;67;p26"/>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68" name="Google Shape;68;p26"/>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69"/>
        <p:cNvGrpSpPr/>
        <p:nvPr/>
      </p:nvGrpSpPr>
      <p:grpSpPr>
        <a:xfrm>
          <a:off x="0" y="0"/>
          <a:ext cx="0" cy="0"/>
          <a:chOff x="0" y="0"/>
          <a:chExt cx="0" cy="0"/>
        </a:xfrm>
      </p:grpSpPr>
      <p:sp>
        <p:nvSpPr>
          <p:cNvPr id="70" name="Google Shape;70;p27"/>
          <p:cNvSpPr txBox="1">
            <a:spLocks noGrp="1"/>
          </p:cNvSpPr>
          <p:nvPr>
            <p:ph type="title"/>
          </p:nvPr>
        </p:nvSpPr>
        <p:spPr>
          <a:xfrm rot="5400000">
            <a:off x="4732337" y="2171700"/>
            <a:ext cx="5851525" cy="2057400"/>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1" name="Google Shape;71;p27"/>
          <p:cNvSpPr txBox="1">
            <a:spLocks noGrp="1"/>
          </p:cNvSpPr>
          <p:nvPr>
            <p:ph type="body" idx="1"/>
          </p:nvPr>
        </p:nvSpPr>
        <p:spPr>
          <a:xfrm rot="5400000">
            <a:off x="541338" y="190501"/>
            <a:ext cx="5851525" cy="6019800"/>
          </a:xfrm>
          <a:prstGeom prst="rect">
            <a:avLst/>
          </a:prstGeom>
          <a:noFill/>
          <a:ln>
            <a:noFill/>
          </a:ln>
        </p:spPr>
        <p:txBody>
          <a:bodyPr spcFirstLastPara="1" wrap="square" lIns="91425" tIns="91425" rIns="91425" bIns="91425" anchor="t" anchorCtr="0">
            <a:noAutofit/>
          </a:bodyPr>
          <a:lstStyle>
            <a:lvl1pPr marL="457200" marR="0" lvl="0" indent="-381000" algn="l">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72" name="Google Shape;72;p27"/>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3" name="Google Shape;73;p27"/>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74" name="Google Shape;74;p27"/>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1">
            <a:alphaModFix/>
          </a:blip>
          <a:stretch>
            <a:fillRect/>
          </a:stretch>
        </a:blipFill>
        <a:effectLst/>
      </p:bgPr>
    </p:bg>
    <p:spTree>
      <p:nvGrpSpPr>
        <p:cNvPr id="1" name="Shape 9"/>
        <p:cNvGrpSpPr/>
        <p:nvPr/>
      </p:nvGrpSpPr>
      <p:grpSpPr>
        <a:xfrm>
          <a:off x="0" y="0"/>
          <a:ext cx="0" cy="0"/>
          <a:chOff x="0" y="0"/>
          <a:chExt cx="0" cy="0"/>
        </a:xfrm>
      </p:grpSpPr>
      <p:sp>
        <p:nvSpPr>
          <p:cNvPr id="10" name="Google Shape;10;p18"/>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18"/>
          <p:cNvSpPr txBox="1">
            <a:spLocks noGrp="1"/>
          </p:cNvSpPr>
          <p:nvPr>
            <p:ph type="body" idx="1"/>
          </p:nvPr>
        </p:nvSpPr>
        <p:spPr>
          <a:xfrm>
            <a:off x="457200" y="2286000"/>
            <a:ext cx="8229600" cy="4070351"/>
          </a:xfrm>
          <a:prstGeom prst="rect">
            <a:avLst/>
          </a:prstGeom>
          <a:noFill/>
          <a:ln>
            <a:noFill/>
          </a:ln>
        </p:spPr>
        <p:txBody>
          <a:bodyPr spcFirstLastPara="1" wrap="square" lIns="91425" tIns="91425" rIns="91425" bIns="91425" anchor="t" anchorCtr="0">
            <a:noAutofit/>
          </a:bodyPr>
          <a:lstStyle>
            <a:lvl1pPr marL="457200" marR="0" lvl="0" indent="-381000" algn="l" rtl="0">
              <a:lnSpc>
                <a:spcPct val="100000"/>
              </a:lnSpc>
              <a:spcBef>
                <a:spcPts val="480"/>
              </a:spcBef>
              <a:spcAft>
                <a:spcPts val="0"/>
              </a:spcAft>
              <a:buClr>
                <a:schemeClr val="dk1"/>
              </a:buClr>
              <a:buSzPts val="2400"/>
              <a:buFont typeface="Noto Sans Symbols"/>
              <a:buChar char="❑"/>
              <a:defRPr sz="2400" b="0" i="0" u="none" strike="noStrike" cap="none">
                <a:solidFill>
                  <a:schemeClr val="dk1"/>
                </a:solidFill>
                <a:latin typeface="Calibri"/>
                <a:ea typeface="Calibri"/>
                <a:cs typeface="Calibri"/>
                <a:sym typeface="Calibri"/>
              </a:defRPr>
            </a:lvl1pPr>
            <a:lvl2pPr marL="914400" marR="0" lvl="1" indent="-355600" algn="l" rtl="0">
              <a:lnSpc>
                <a:spcPct val="100000"/>
              </a:lnSpc>
              <a:spcBef>
                <a:spcPts val="400"/>
              </a:spcBef>
              <a:spcAft>
                <a:spcPts val="0"/>
              </a:spcAft>
              <a:buClr>
                <a:schemeClr val="dk1"/>
              </a:buClr>
              <a:buSzPts val="2000"/>
              <a:buFont typeface="Noto Sans Symbols"/>
              <a:buChar char="▪"/>
              <a:defRPr sz="2000" b="0" i="0" u="none" strike="noStrike" cap="none">
                <a:solidFill>
                  <a:schemeClr val="dk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dk1"/>
              </a:buClr>
              <a:buSzPts val="1800"/>
              <a:buFont typeface="Noto Sans Symbols"/>
              <a:buChar char="▪"/>
              <a:defRPr sz="1800" b="0" i="0" u="none" strike="noStrike" cap="none">
                <a:solidFill>
                  <a:schemeClr val="dk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dk1"/>
              </a:buClr>
              <a:buSzPts val="1600"/>
              <a:buFont typeface="Noto Sans Symbols"/>
              <a:buChar char="▪"/>
              <a:defRPr sz="16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2" name="Google Shape;12;p18"/>
          <p:cNvSpPr txBox="1">
            <a:spLocks noGrp="1"/>
          </p:cNvSpPr>
          <p:nvPr>
            <p:ph type="dt" idx="10"/>
          </p:nvPr>
        </p:nvSpPr>
        <p:spPr>
          <a:xfrm>
            <a:off x="457200" y="6381396"/>
            <a:ext cx="2133600" cy="365125"/>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8"/>
          <p:cNvSpPr txBox="1">
            <a:spLocks noGrp="1"/>
          </p:cNvSpPr>
          <p:nvPr>
            <p:ph type="ftr" idx="11"/>
          </p:nvPr>
        </p:nvSpPr>
        <p:spPr>
          <a:xfrm>
            <a:off x="3122488" y="6373546"/>
            <a:ext cx="2895600" cy="365125"/>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rgbClr val="000000"/>
              </a:buClr>
              <a:buSzPts val="1400"/>
              <a:buFont typeface="Arial"/>
              <a:buNone/>
              <a:defRPr sz="105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8"/>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1"/>
          <p:cNvSpPr txBox="1">
            <a:spLocks noGrp="1"/>
          </p:cNvSpPr>
          <p:nvPr>
            <p:ph type="ctrTitle"/>
          </p:nvPr>
        </p:nvSpPr>
        <p:spPr>
          <a:xfrm>
            <a:off x="684088" y="1417163"/>
            <a:ext cx="7772400" cy="2868931"/>
          </a:xfrm>
          <a:prstGeom prst="rect">
            <a:avLst/>
          </a:prstGeom>
          <a:noFill/>
          <a:ln>
            <a:noFill/>
          </a:ln>
        </p:spPr>
        <p:txBody>
          <a:bodyPr spcFirstLastPara="1" wrap="square" lIns="91425" tIns="45700" rIns="91425" bIns="45700" anchor="ctr" anchorCtr="0">
            <a:noAutofit/>
          </a:bodyPr>
          <a:lstStyle/>
          <a:p>
            <a:pPr marL="0" marR="0" lvl="0" indent="0" rtl="0">
              <a:lnSpc>
                <a:spcPct val="100000"/>
              </a:lnSpc>
              <a:spcBef>
                <a:spcPts val="0"/>
              </a:spcBef>
              <a:spcAft>
                <a:spcPts val="0"/>
              </a:spcAft>
              <a:buClr>
                <a:schemeClr val="dk1"/>
              </a:buClr>
              <a:buSzPts val="3600"/>
              <a:buFont typeface="Calibri"/>
              <a:buNone/>
            </a:pPr>
            <a:r>
              <a:rPr lang="en-US" sz="3600" b="1" i="0" u="none" strike="noStrike" cap="none" dirty="0">
                <a:solidFill>
                  <a:schemeClr val="dk1"/>
                </a:solidFill>
                <a:latin typeface="Calibri"/>
                <a:ea typeface="Calibri"/>
                <a:cs typeface="Calibri"/>
                <a:sym typeface="Calibri"/>
              </a:rPr>
              <a:t>       </a:t>
            </a:r>
            <a:br>
              <a:rPr lang="en-US" sz="3600" b="1" i="0" u="none" strike="noStrike" cap="none" dirty="0">
                <a:solidFill>
                  <a:schemeClr val="dk1"/>
                </a:solidFill>
                <a:latin typeface="Calibri"/>
                <a:ea typeface="Calibri"/>
                <a:cs typeface="Calibri"/>
                <a:sym typeface="Calibri"/>
              </a:rPr>
            </a:br>
            <a:r>
              <a:rPr lang="en-US" sz="3200" b="1" i="0" u="none" strike="noStrike" cap="none" dirty="0">
                <a:solidFill>
                  <a:schemeClr val="dk1"/>
                </a:solidFill>
                <a:latin typeface="Calibri"/>
                <a:ea typeface="Calibri"/>
                <a:cs typeface="Calibri"/>
                <a:sym typeface="Calibri"/>
              </a:rPr>
              <a:t>BTECH</a:t>
            </a:r>
            <a:br>
              <a:rPr lang="en-US" sz="3200" dirty="0"/>
            </a:br>
            <a:r>
              <a:rPr lang="en-US" sz="3200" dirty="0"/>
              <a:t>A.Y. 2023-2024</a:t>
            </a:r>
            <a:br>
              <a:rPr lang="en-US" sz="3200" b="1" i="0" u="none" strike="noStrike" cap="none" dirty="0">
                <a:solidFill>
                  <a:schemeClr val="dk1"/>
                </a:solidFill>
                <a:latin typeface="Calibri"/>
                <a:ea typeface="Calibri"/>
                <a:cs typeface="Calibri"/>
                <a:sym typeface="Calibri"/>
              </a:rPr>
            </a:br>
            <a:r>
              <a:rPr lang="en-US" sz="3200" dirty="0"/>
              <a:t>Project Title: DocSense - Document Summarization with Enhanced Natural-Language Search Engine</a:t>
            </a:r>
            <a:br>
              <a:rPr lang="en-US" dirty="0"/>
            </a:br>
            <a:endParaRPr lang="en-US" sz="3600" b="1" i="0" u="none" strike="noStrike" cap="none" dirty="0">
              <a:solidFill>
                <a:schemeClr val="dk1"/>
              </a:solidFill>
              <a:latin typeface="Calibri"/>
              <a:ea typeface="Calibri"/>
              <a:cs typeface="Calibri"/>
              <a:sym typeface="Calibri"/>
            </a:endParaRPr>
          </a:p>
        </p:txBody>
      </p:sp>
      <p:sp>
        <p:nvSpPr>
          <p:cNvPr id="80" name="Google Shape;80;p1"/>
          <p:cNvSpPr txBox="1">
            <a:spLocks noGrp="1"/>
          </p:cNvSpPr>
          <p:nvPr>
            <p:ph type="subTitle" idx="1"/>
          </p:nvPr>
        </p:nvSpPr>
        <p:spPr>
          <a:xfrm>
            <a:off x="1049377" y="4141908"/>
            <a:ext cx="6400800" cy="1752600"/>
          </a:xfrm>
          <a:prstGeom prst="rect">
            <a:avLst/>
          </a:prstGeom>
          <a:noFill/>
          <a:ln>
            <a:noFill/>
          </a:ln>
        </p:spPr>
        <p:txBody>
          <a:bodyPr spcFirstLastPara="1" wrap="square" lIns="91425" tIns="45700" rIns="91425" bIns="45700" anchor="t" anchorCtr="0">
            <a:noAutofit/>
          </a:bodyPr>
          <a:lstStyle/>
          <a:p>
            <a:pPr marL="342900" marR="0" lvl="0" indent="-342900" algn="just" rtl="0">
              <a:lnSpc>
                <a:spcPct val="100000"/>
              </a:lnSpc>
              <a:spcBef>
                <a:spcPts val="0"/>
              </a:spcBef>
              <a:spcAft>
                <a:spcPts val="0"/>
              </a:spcAft>
              <a:buClr>
                <a:srgbClr val="888888"/>
              </a:buClr>
              <a:buSzPts val="2400"/>
              <a:buNone/>
            </a:pPr>
            <a:endParaRPr sz="2400" b="0" i="0" u="none" strike="noStrike" cap="none" dirty="0">
              <a:solidFill>
                <a:schemeClr val="tx1"/>
              </a:solidFill>
              <a:latin typeface="Calibri"/>
              <a:ea typeface="Calibri"/>
              <a:cs typeface="Calibri"/>
              <a:sym typeface="Calibri"/>
            </a:endParaRPr>
          </a:p>
          <a:p>
            <a:pPr marL="342900" marR="0" lvl="0" indent="-342900" algn="just" rtl="0">
              <a:lnSpc>
                <a:spcPct val="100000"/>
              </a:lnSpc>
              <a:spcBef>
                <a:spcPts val="0"/>
              </a:spcBef>
              <a:spcAft>
                <a:spcPts val="0"/>
              </a:spcAft>
              <a:buClr>
                <a:srgbClr val="888888"/>
              </a:buClr>
              <a:buSzPts val="2400"/>
              <a:buNone/>
            </a:pPr>
            <a:r>
              <a:rPr lang="en-IN" sz="2000" b="0" i="0" u="none" strike="noStrike" cap="none" dirty="0">
                <a:solidFill>
                  <a:schemeClr val="tx1"/>
                </a:solidFill>
                <a:latin typeface="Calibri"/>
                <a:ea typeface="Calibri"/>
                <a:cs typeface="Calibri"/>
                <a:sym typeface="Calibri"/>
              </a:rPr>
              <a:t>Presented by : </a:t>
            </a:r>
          </a:p>
          <a:p>
            <a:pPr marL="342900" marR="0" lvl="0" indent="-342900" algn="just" rtl="0">
              <a:lnSpc>
                <a:spcPct val="100000"/>
              </a:lnSpc>
              <a:spcBef>
                <a:spcPts val="0"/>
              </a:spcBef>
              <a:spcAft>
                <a:spcPts val="0"/>
              </a:spcAft>
              <a:buClr>
                <a:srgbClr val="888888"/>
              </a:buClr>
              <a:buSzPts val="2400"/>
              <a:buNone/>
            </a:pPr>
            <a:r>
              <a:rPr lang="en-IN" sz="2000" b="0" i="0" u="none" strike="noStrike" cap="none" dirty="0">
                <a:solidFill>
                  <a:schemeClr val="tx1"/>
                </a:solidFill>
                <a:latin typeface="Calibri"/>
                <a:ea typeface="Calibri"/>
                <a:cs typeface="Calibri"/>
                <a:sym typeface="Calibri"/>
              </a:rPr>
              <a:t>Adarsh Agarwal - 70012000239</a:t>
            </a:r>
          </a:p>
          <a:p>
            <a:pPr marL="342900" marR="0" lvl="0" indent="-342900" algn="just" rtl="0">
              <a:lnSpc>
                <a:spcPct val="100000"/>
              </a:lnSpc>
              <a:spcBef>
                <a:spcPts val="0"/>
              </a:spcBef>
              <a:spcAft>
                <a:spcPts val="0"/>
              </a:spcAft>
              <a:buClr>
                <a:srgbClr val="888888"/>
              </a:buClr>
              <a:buSzPts val="2400"/>
              <a:buNone/>
            </a:pPr>
            <a:r>
              <a:rPr lang="en-IN" sz="2000" b="0" i="0" u="none" strike="noStrike" cap="none" dirty="0" err="1">
                <a:solidFill>
                  <a:schemeClr val="tx1"/>
                </a:solidFill>
                <a:latin typeface="Calibri"/>
                <a:ea typeface="Calibri"/>
                <a:cs typeface="Calibri"/>
                <a:sym typeface="Calibri"/>
              </a:rPr>
              <a:t>Saakar</a:t>
            </a:r>
            <a:r>
              <a:rPr lang="en-IN" sz="2000" b="0" i="0" u="none" strike="noStrike" cap="none" dirty="0">
                <a:solidFill>
                  <a:schemeClr val="tx1"/>
                </a:solidFill>
                <a:latin typeface="Calibri"/>
                <a:ea typeface="Calibri"/>
                <a:cs typeface="Calibri"/>
                <a:sym typeface="Calibri"/>
              </a:rPr>
              <a:t> Chaudhary - 70012000195</a:t>
            </a:r>
          </a:p>
          <a:p>
            <a:pPr marL="342900" marR="0" lvl="0" indent="-342900" algn="just" rtl="0">
              <a:lnSpc>
                <a:spcPct val="100000"/>
              </a:lnSpc>
              <a:spcBef>
                <a:spcPts val="0"/>
              </a:spcBef>
              <a:spcAft>
                <a:spcPts val="0"/>
              </a:spcAft>
              <a:buClr>
                <a:srgbClr val="888888"/>
              </a:buClr>
              <a:buSzPts val="2400"/>
              <a:buNone/>
            </a:pPr>
            <a:r>
              <a:rPr lang="en-IN" sz="2000" b="0" i="0" u="none" strike="noStrike" cap="none" dirty="0">
                <a:solidFill>
                  <a:schemeClr val="tx1"/>
                </a:solidFill>
                <a:latin typeface="Calibri"/>
                <a:ea typeface="Calibri"/>
                <a:cs typeface="Calibri"/>
                <a:sym typeface="Calibri"/>
              </a:rPr>
              <a:t>Farhan Shaikh - 70012000292 </a:t>
            </a:r>
          </a:p>
          <a:p>
            <a:pPr marL="342900" marR="0" lvl="0" indent="-342900" algn="just" rtl="0">
              <a:lnSpc>
                <a:spcPct val="100000"/>
              </a:lnSpc>
              <a:spcBef>
                <a:spcPts val="0"/>
              </a:spcBef>
              <a:spcAft>
                <a:spcPts val="0"/>
              </a:spcAft>
              <a:buClr>
                <a:srgbClr val="888888"/>
              </a:buClr>
              <a:buSzPts val="2400"/>
              <a:buNone/>
            </a:pPr>
            <a:endParaRPr sz="2000" dirty="0">
              <a:solidFill>
                <a:schemeClr val="tx1"/>
              </a:solidFill>
            </a:endParaRPr>
          </a:p>
          <a:p>
            <a:pPr marL="342900" marR="0" lvl="0" indent="-342900" algn="just" rtl="0">
              <a:lnSpc>
                <a:spcPct val="100000"/>
              </a:lnSpc>
              <a:spcBef>
                <a:spcPts val="0"/>
              </a:spcBef>
              <a:spcAft>
                <a:spcPts val="0"/>
              </a:spcAft>
              <a:buClr>
                <a:srgbClr val="888888"/>
              </a:buClr>
              <a:buSzPts val="2400"/>
              <a:buNone/>
            </a:pPr>
            <a:r>
              <a:rPr lang="en-IN" sz="2000" b="0" i="0" u="none" strike="noStrike" cap="none" dirty="0">
                <a:solidFill>
                  <a:schemeClr val="tx1"/>
                </a:solidFill>
                <a:latin typeface="Calibri"/>
                <a:ea typeface="Calibri"/>
                <a:cs typeface="Calibri"/>
                <a:sym typeface="Calibri"/>
              </a:rPr>
              <a:t>Under the guidance of :  Saurav Verma</a:t>
            </a:r>
            <a:endParaRPr sz="2000" b="0" i="0" u="none" strike="noStrike" cap="none" dirty="0">
              <a:solidFill>
                <a:schemeClr val="tx1"/>
              </a:solidFill>
              <a:latin typeface="Calibri"/>
              <a:ea typeface="Calibri"/>
              <a:cs typeface="Calibri"/>
              <a:sym typeface="Calibri"/>
            </a:endParaRPr>
          </a:p>
        </p:txBody>
      </p:sp>
      <p:sp>
        <p:nvSpPr>
          <p:cNvPr id="82" name="Google Shape;82;p1"/>
          <p:cNvSpPr txBox="1">
            <a:spLocks noGrp="1"/>
          </p:cNvSpPr>
          <p:nvPr>
            <p:ph type="sldNum" idx="12"/>
          </p:nvPr>
        </p:nvSpPr>
        <p:spPr>
          <a:xfrm>
            <a:off x="2744771" y="6492875"/>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n-IN" sz="1050" b="0" i="0" u="none" strike="noStrike" cap="none">
                <a:solidFill>
                  <a:srgbClr val="888888"/>
                </a:solidFill>
                <a:latin typeface="Calibri"/>
                <a:ea typeface="Calibri"/>
                <a:cs typeface="Calibri"/>
                <a:sym typeface="Calibri"/>
              </a:rPr>
              <a:t>1</a:t>
            </a:fld>
            <a:endParaRPr sz="1050" b="0" i="0" u="none" strike="noStrike" cap="none" dirty="0">
              <a:solidFill>
                <a:srgbClr val="888888"/>
              </a:solidFill>
              <a:latin typeface="Calibri"/>
              <a:ea typeface="Calibri"/>
              <a:cs typeface="Calibri"/>
              <a:sym typeface="Calibri"/>
            </a:endParaRPr>
          </a:p>
        </p:txBody>
      </p:sp>
      <p:sp>
        <p:nvSpPr>
          <p:cNvPr id="2" name="Google Shape;90;p2">
            <a:extLst>
              <a:ext uri="{FF2B5EF4-FFF2-40B4-BE49-F238E27FC236}">
                <a16:creationId xmlns:a16="http://schemas.microsoft.com/office/drawing/2014/main" id="{F6EF366E-44DC-B387-81D2-158A1F8BBED3}"/>
              </a:ext>
            </a:extLst>
          </p:cNvPr>
          <p:cNvSpPr txBox="1">
            <a:spLocks/>
          </p:cNvSpPr>
          <p:nvPr/>
        </p:nvSpPr>
        <p:spPr>
          <a:xfrm>
            <a:off x="6553200" y="6326900"/>
            <a:ext cx="2133600" cy="36512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050"/>
              <a:buFont typeface="Arial"/>
              <a:buNone/>
              <a:defRPr sz="1050" b="0" i="0" u="none" strike="noStrike" cap="none">
                <a:solidFill>
                  <a:srgbClr val="888888"/>
                </a:solidFill>
                <a:latin typeface="Calibri"/>
                <a:ea typeface="Calibri"/>
                <a:cs typeface="Calibri"/>
                <a:sym typeface="Calibri"/>
              </a:defRPr>
            </a:lvl9pPr>
          </a:lstStyle>
          <a:p>
            <a:fld id="{00000000-1234-1234-1234-123412341234}" type="slidenum">
              <a:rPr lang="en-IN" smtClean="0"/>
              <a:pPr/>
              <a:t>1</a:t>
            </a:fld>
            <a:endParaRPr lang="en-IN"/>
          </a:p>
        </p:txBody>
      </p:sp>
    </p:spTree>
    <p:extLst>
      <p:ext uri="{BB962C8B-B14F-4D97-AF65-F5344CB8AC3E}">
        <p14:creationId xmlns:p14="http://schemas.microsoft.com/office/powerpoint/2010/main" val="38274767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2"/>
          <p:cNvSpPr txBox="1">
            <a:spLocks noGrp="1"/>
          </p:cNvSpPr>
          <p:nvPr>
            <p:ph type="title"/>
          </p:nvPr>
        </p:nvSpPr>
        <p:spPr>
          <a:xfrm>
            <a:off x="457200" y="1295400"/>
            <a:ext cx="822960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600"/>
              <a:buFont typeface="Calibri"/>
              <a:buNone/>
            </a:pPr>
            <a:r>
              <a:rPr lang="en-IN" sz="3600" b="1" i="0" u="none" strike="noStrike" cap="none" dirty="0">
                <a:solidFill>
                  <a:schemeClr val="dk1"/>
                </a:solidFill>
                <a:latin typeface="Calibri"/>
                <a:ea typeface="Calibri"/>
                <a:cs typeface="Calibri"/>
                <a:sym typeface="Calibri"/>
              </a:rPr>
              <a:t>What is </a:t>
            </a:r>
            <a:r>
              <a:rPr lang="en-IN" sz="3600" b="1" i="0" u="none" strike="noStrike" cap="none" dirty="0" err="1">
                <a:solidFill>
                  <a:schemeClr val="dk1"/>
                </a:solidFill>
                <a:latin typeface="Calibri"/>
                <a:ea typeface="Calibri"/>
                <a:cs typeface="Calibri"/>
                <a:sym typeface="Calibri"/>
              </a:rPr>
              <a:t>DocSense</a:t>
            </a:r>
            <a:r>
              <a:rPr lang="en-IN" sz="3600" b="1" i="0" u="none" strike="noStrike" cap="none" dirty="0">
                <a:solidFill>
                  <a:schemeClr val="dk1"/>
                </a:solidFill>
                <a:latin typeface="Calibri"/>
                <a:ea typeface="Calibri"/>
                <a:cs typeface="Calibri"/>
                <a:sym typeface="Calibri"/>
              </a:rPr>
              <a:t>?</a:t>
            </a:r>
          </a:p>
        </p:txBody>
      </p:sp>
      <p:sp>
        <p:nvSpPr>
          <p:cNvPr id="88" name="Google Shape;88;p2"/>
          <p:cNvSpPr txBox="1">
            <a:spLocks noGrp="1"/>
          </p:cNvSpPr>
          <p:nvPr>
            <p:ph type="body" idx="1"/>
          </p:nvPr>
        </p:nvSpPr>
        <p:spPr>
          <a:xfrm>
            <a:off x="359500" y="2256500"/>
            <a:ext cx="8229600" cy="40704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2400"/>
              <a:buNone/>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sym typeface="Book Antiqua"/>
              </a:rPr>
              <a:t>DocSense is an AI-powered chatbot that trains on your data to provide contextual responses. </a:t>
            </a:r>
          </a:p>
          <a:p>
            <a:pPr marL="0" lvl="0" indent="0" algn="l" rtl="0">
              <a:lnSpc>
                <a:spcPct val="100000"/>
              </a:lnSpc>
              <a:spcBef>
                <a:spcPts val="0"/>
              </a:spcBef>
              <a:spcAft>
                <a:spcPts val="0"/>
              </a:spcAft>
              <a:buSzPts val="2400"/>
              <a:buNone/>
            </a:pPr>
            <a:endParaRPr lang="en-US" dirty="0">
              <a:solidFill>
                <a:schemeClr val="tx1"/>
              </a:solidFill>
              <a:latin typeface="Calibri" panose="020F0502020204030204" pitchFamily="34" charset="0"/>
              <a:ea typeface="Calibri" panose="020F0502020204030204" pitchFamily="34" charset="0"/>
              <a:cs typeface="Calibri" panose="020F0502020204030204" pitchFamily="34" charset="0"/>
              <a:sym typeface="Book Antiqua"/>
            </a:endParaRPr>
          </a:p>
          <a:p>
            <a:pPr marL="0" lvl="0" indent="0" algn="l" rtl="0">
              <a:lnSpc>
                <a:spcPct val="100000"/>
              </a:lnSpc>
              <a:spcBef>
                <a:spcPts val="0"/>
              </a:spcBef>
              <a:spcAft>
                <a:spcPts val="0"/>
              </a:spcAft>
              <a:buSzPts val="2400"/>
              <a:buNone/>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sym typeface="Book Antiqua"/>
              </a:rPr>
              <a:t>It can be used to turn your knowledge base into a customized LLM-chatbot. </a:t>
            </a:r>
          </a:p>
          <a:p>
            <a:pPr marL="0" lvl="0" indent="0" algn="l" rtl="0">
              <a:lnSpc>
                <a:spcPct val="100000"/>
              </a:lnSpc>
              <a:spcBef>
                <a:spcPts val="0"/>
              </a:spcBef>
              <a:spcAft>
                <a:spcPts val="0"/>
              </a:spcAft>
              <a:buSzPts val="2400"/>
              <a:buNone/>
            </a:pPr>
            <a:endParaRPr lang="en-US" dirty="0">
              <a:solidFill>
                <a:schemeClr val="tx1"/>
              </a:solidFill>
              <a:latin typeface="Calibri" panose="020F0502020204030204" pitchFamily="34" charset="0"/>
              <a:ea typeface="Calibri" panose="020F0502020204030204" pitchFamily="34" charset="0"/>
              <a:cs typeface="Calibri" panose="020F0502020204030204" pitchFamily="34" charset="0"/>
              <a:sym typeface="Book Antiqua"/>
            </a:endParaRPr>
          </a:p>
          <a:p>
            <a:pPr marL="0" lvl="0" indent="0" algn="l" rtl="0">
              <a:lnSpc>
                <a:spcPct val="100000"/>
              </a:lnSpc>
              <a:spcBef>
                <a:spcPts val="0"/>
              </a:spcBef>
              <a:spcAft>
                <a:spcPts val="0"/>
              </a:spcAft>
              <a:buSzPts val="2400"/>
              <a:buNone/>
            </a:pPr>
            <a:r>
              <a:rPr lang="en-US" dirty="0">
                <a:solidFill>
                  <a:schemeClr val="tx1"/>
                </a:solidFill>
                <a:latin typeface="Calibri" panose="020F0502020204030204" pitchFamily="34" charset="0"/>
                <a:ea typeface="Calibri" panose="020F0502020204030204" pitchFamily="34" charset="0"/>
                <a:cs typeface="Calibri" panose="020F0502020204030204" pitchFamily="34" charset="0"/>
                <a:sym typeface="Book Antiqua"/>
              </a:rPr>
              <a:t>DocSense is not your regular AI bot platform. This NLP-based AI chatbot with LLM powers can act as a single source of truth for all your customer interactions providing a dynamic user experience.</a:t>
            </a:r>
          </a:p>
          <a:p>
            <a:pPr marL="0" lvl="0" indent="0" algn="l" rtl="0">
              <a:lnSpc>
                <a:spcPct val="100000"/>
              </a:lnSpc>
              <a:spcBef>
                <a:spcPts val="0"/>
              </a:spcBef>
              <a:spcAft>
                <a:spcPts val="0"/>
              </a:spcAft>
              <a:buSzPts val="2400"/>
              <a:buNone/>
            </a:pPr>
            <a:endParaRPr dirty="0">
              <a:highlight>
                <a:srgbClr val="FFFF00"/>
              </a:highlight>
              <a:latin typeface="Book Antiqua"/>
              <a:ea typeface="Book Antiqua"/>
              <a:cs typeface="Book Antiqua"/>
              <a:sym typeface="Book Antiqua"/>
            </a:endParaRPr>
          </a:p>
        </p:txBody>
      </p:sp>
      <p:sp>
        <p:nvSpPr>
          <p:cNvPr id="90" name="Google Shape;90;p2"/>
          <p:cNvSpPr txBox="1">
            <a:spLocks noGrp="1"/>
          </p:cNvSpPr>
          <p:nvPr>
            <p:ph type="sldNum" idx="12"/>
          </p:nvPr>
        </p:nvSpPr>
        <p:spPr>
          <a:xfrm>
            <a:off x="6553200" y="6326900"/>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n-IN" sz="1050" b="0" i="0" u="none" strike="noStrike" cap="none">
                <a:solidFill>
                  <a:srgbClr val="888888"/>
                </a:solidFill>
                <a:latin typeface="Calibri"/>
                <a:ea typeface="Calibri"/>
                <a:cs typeface="Calibri"/>
                <a:sym typeface="Calibri"/>
              </a:rPr>
              <a:t>2</a:t>
            </a:fld>
            <a:endParaRPr sz="1050" b="0" i="0" u="none" strike="noStrike" cap="none">
              <a:solidFill>
                <a:srgbClr val="888888"/>
              </a:solidFill>
              <a:latin typeface="Calibri"/>
              <a:ea typeface="Calibri"/>
              <a:cs typeface="Calibri"/>
              <a:sym typeface="Calibri"/>
            </a:endParaRPr>
          </a:p>
        </p:txBody>
      </p:sp>
    </p:spTree>
    <p:extLst>
      <p:ext uri="{BB962C8B-B14F-4D97-AF65-F5344CB8AC3E}">
        <p14:creationId xmlns:p14="http://schemas.microsoft.com/office/powerpoint/2010/main" val="35604128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3"/>
          <p:cNvSpPr txBox="1">
            <a:spLocks noGrp="1"/>
          </p:cNvSpPr>
          <p:nvPr>
            <p:ph type="title"/>
          </p:nvPr>
        </p:nvSpPr>
        <p:spPr>
          <a:xfrm>
            <a:off x="551468" y="1474509"/>
            <a:ext cx="8229600" cy="914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3600"/>
              <a:buFont typeface="Calibri"/>
              <a:buNone/>
            </a:pPr>
            <a:r>
              <a:rPr lang="en-US" dirty="0"/>
              <a:t>Where does ChatGPT fail?</a:t>
            </a:r>
            <a:br>
              <a:rPr lang="en-US" dirty="0"/>
            </a:br>
            <a:r>
              <a:rPr lang="en-US" dirty="0"/>
              <a:t>(and DocSense succeeds)</a:t>
            </a:r>
          </a:p>
        </p:txBody>
      </p:sp>
      <p:sp>
        <p:nvSpPr>
          <p:cNvPr id="96" name="Google Shape;96;p3"/>
          <p:cNvSpPr txBox="1">
            <a:spLocks noGrp="1"/>
          </p:cNvSpPr>
          <p:nvPr>
            <p:ph type="body" idx="1"/>
          </p:nvPr>
        </p:nvSpPr>
        <p:spPr>
          <a:xfrm>
            <a:off x="287518" y="2550251"/>
            <a:ext cx="8229600" cy="4070351"/>
          </a:xfrm>
          <a:prstGeom prst="rect">
            <a:avLst/>
          </a:prstGeom>
          <a:noFill/>
          <a:ln>
            <a:noFill/>
          </a:ln>
        </p:spPr>
        <p:txBody>
          <a:bodyPr spcFirstLastPara="1" wrap="square" lIns="91425" tIns="91425" rIns="91425" bIns="91425" anchor="t" anchorCtr="0">
            <a:noAutofit/>
          </a:bodyPr>
          <a:lstStyle/>
          <a:p>
            <a:pPr marL="457200" lvl="0" indent="-381000" algn="l" rtl="0">
              <a:lnSpc>
                <a:spcPct val="100000"/>
              </a:lnSpc>
              <a:spcBef>
                <a:spcPts val="480"/>
              </a:spcBef>
              <a:spcAft>
                <a:spcPts val="0"/>
              </a:spcAft>
              <a:buSzPts val="2400"/>
              <a:buNone/>
            </a:pPr>
            <a:r>
              <a:rPr lang="en-US" dirty="0"/>
              <a:t>     ChatGPT’s knowledge is limited to its training data, which has the cutoff year of 2021 and it cannot access the internet or external links.</a:t>
            </a:r>
            <a:endParaRPr dirty="0"/>
          </a:p>
        </p:txBody>
      </p:sp>
      <p:sp>
        <p:nvSpPr>
          <p:cNvPr id="98" name="Google Shape;98;p3"/>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n-IN"/>
              <a:t>3</a:t>
            </a:fld>
            <a:endParaRPr/>
          </a:p>
        </p:txBody>
      </p:sp>
      <p:pic>
        <p:nvPicPr>
          <p:cNvPr id="1026" name="Picture 2">
            <a:extLst>
              <a:ext uri="{FF2B5EF4-FFF2-40B4-BE49-F238E27FC236}">
                <a16:creationId xmlns:a16="http://schemas.microsoft.com/office/drawing/2014/main" id="{B5051DBF-6910-1622-2FCB-5C51995272D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3441" y="4540453"/>
            <a:ext cx="8517118" cy="15422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82727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6" name="Google Shape;106;p4"/>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n-IN"/>
              <a:t>4</a:t>
            </a:fld>
            <a:endParaRPr/>
          </a:p>
        </p:txBody>
      </p:sp>
      <p:pic>
        <p:nvPicPr>
          <p:cNvPr id="2050" name="Picture 2">
            <a:extLst>
              <a:ext uri="{FF2B5EF4-FFF2-40B4-BE49-F238E27FC236}">
                <a16:creationId xmlns:a16="http://schemas.microsoft.com/office/drawing/2014/main" id="{6B571AC7-661E-B514-172F-AB7A0ED345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759507"/>
            <a:ext cx="9144000" cy="44513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35215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0"/>
        <p:cNvGrpSpPr/>
        <p:nvPr/>
      </p:nvGrpSpPr>
      <p:grpSpPr>
        <a:xfrm>
          <a:off x="0" y="0"/>
          <a:ext cx="0" cy="0"/>
          <a:chOff x="0" y="0"/>
          <a:chExt cx="0" cy="0"/>
        </a:xfrm>
      </p:grpSpPr>
      <p:sp>
        <p:nvSpPr>
          <p:cNvPr id="111" name="Google Shape;111;p5"/>
          <p:cNvSpPr txBox="1">
            <a:spLocks noGrp="1"/>
          </p:cNvSpPr>
          <p:nvPr>
            <p:ph type="title"/>
          </p:nvPr>
        </p:nvSpPr>
        <p:spPr>
          <a:xfrm>
            <a:off x="457200" y="1295400"/>
            <a:ext cx="8229600" cy="9144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chemeClr val="dk1"/>
              </a:buClr>
              <a:buSzPts val="3600"/>
              <a:buFont typeface="Calibri"/>
              <a:buNone/>
            </a:pPr>
            <a:r>
              <a:rPr lang="en-IN" dirty="0"/>
              <a:t>Project Objectives:</a:t>
            </a:r>
            <a:endParaRPr dirty="0"/>
          </a:p>
        </p:txBody>
      </p:sp>
      <p:sp>
        <p:nvSpPr>
          <p:cNvPr id="112" name="Google Shape;112;p5"/>
          <p:cNvSpPr txBox="1">
            <a:spLocks noGrp="1"/>
          </p:cNvSpPr>
          <p:nvPr>
            <p:ph type="body" idx="1"/>
          </p:nvPr>
        </p:nvSpPr>
        <p:spPr>
          <a:xfrm>
            <a:off x="457200" y="2135172"/>
            <a:ext cx="8229600" cy="4070351"/>
          </a:xfrm>
          <a:prstGeom prst="rect">
            <a:avLst/>
          </a:prstGeom>
          <a:noFill/>
          <a:ln>
            <a:noFill/>
          </a:ln>
        </p:spPr>
        <p:txBody>
          <a:bodyPr spcFirstLastPara="1" wrap="square" lIns="91425" tIns="91425" rIns="91425" bIns="91425" anchor="t" anchorCtr="0">
            <a:noAutofit/>
          </a:bodyPr>
          <a:lstStyle/>
          <a:p>
            <a:pPr marL="457200" marR="0" lvl="0" indent="-228600" algn="l" rtl="0">
              <a:lnSpc>
                <a:spcPct val="100000"/>
              </a:lnSpc>
              <a:spcBef>
                <a:spcPts val="480"/>
              </a:spcBef>
              <a:spcAft>
                <a:spcPts val="0"/>
              </a:spcAft>
              <a:buClr>
                <a:schemeClr val="dk1"/>
              </a:buClr>
              <a:buSzPts val="2400"/>
              <a:buFont typeface="Noto Sans Symbols"/>
              <a:buNone/>
            </a:pPr>
            <a:r>
              <a:rPr lang="en-US" dirty="0"/>
              <a:t>1. Develop and Deploy AI-Powered Custom Chatbots</a:t>
            </a:r>
          </a:p>
          <a:p>
            <a:pPr marL="457200" marR="0" lvl="0" indent="-228600" algn="l" rtl="0">
              <a:lnSpc>
                <a:spcPct val="100000"/>
              </a:lnSpc>
              <a:spcBef>
                <a:spcPts val="480"/>
              </a:spcBef>
              <a:spcAft>
                <a:spcPts val="0"/>
              </a:spcAft>
              <a:buClr>
                <a:schemeClr val="dk1"/>
              </a:buClr>
              <a:buSzPts val="2400"/>
              <a:buFont typeface="Noto Sans Symbols"/>
              <a:buNone/>
            </a:pPr>
            <a:endParaRPr lang="en-US" dirty="0"/>
          </a:p>
          <a:p>
            <a:pPr marL="457200" marR="0" lvl="0" indent="-228600" algn="l" rtl="0">
              <a:lnSpc>
                <a:spcPct val="100000"/>
              </a:lnSpc>
              <a:spcBef>
                <a:spcPts val="480"/>
              </a:spcBef>
              <a:spcAft>
                <a:spcPts val="0"/>
              </a:spcAft>
              <a:buClr>
                <a:schemeClr val="dk1"/>
              </a:buClr>
              <a:buSzPts val="2400"/>
              <a:buFont typeface="Noto Sans Symbols"/>
              <a:buNone/>
            </a:pPr>
            <a:r>
              <a:rPr lang="en-US" dirty="0"/>
              <a:t>2. Automate Customer Support and Improve Experience</a:t>
            </a:r>
          </a:p>
          <a:p>
            <a:pPr marL="457200" marR="0" lvl="0" indent="-228600" algn="l" rtl="0">
              <a:lnSpc>
                <a:spcPct val="100000"/>
              </a:lnSpc>
              <a:spcBef>
                <a:spcPts val="480"/>
              </a:spcBef>
              <a:spcAft>
                <a:spcPts val="0"/>
              </a:spcAft>
              <a:buClr>
                <a:schemeClr val="dk1"/>
              </a:buClr>
              <a:buSzPts val="2400"/>
              <a:buFont typeface="Noto Sans Symbols"/>
              <a:buNone/>
            </a:pPr>
            <a:endParaRPr lang="en-US" dirty="0"/>
          </a:p>
          <a:p>
            <a:pPr marL="457200" marR="0" lvl="0" indent="-228600" algn="l" rtl="0">
              <a:lnSpc>
                <a:spcPct val="100000"/>
              </a:lnSpc>
              <a:spcBef>
                <a:spcPts val="480"/>
              </a:spcBef>
              <a:spcAft>
                <a:spcPts val="0"/>
              </a:spcAft>
              <a:buClr>
                <a:schemeClr val="dk1"/>
              </a:buClr>
              <a:buSzPts val="2400"/>
              <a:buFont typeface="Noto Sans Symbols"/>
              <a:buNone/>
            </a:pPr>
            <a:r>
              <a:rPr lang="en-US" dirty="0"/>
              <a:t>3. Integration with Diverse Platforms and Environments</a:t>
            </a:r>
          </a:p>
          <a:p>
            <a:pPr marL="457200" marR="0" lvl="0" indent="-228600" algn="l" rtl="0">
              <a:lnSpc>
                <a:spcPct val="100000"/>
              </a:lnSpc>
              <a:spcBef>
                <a:spcPts val="480"/>
              </a:spcBef>
              <a:spcAft>
                <a:spcPts val="0"/>
              </a:spcAft>
              <a:buClr>
                <a:schemeClr val="dk1"/>
              </a:buClr>
              <a:buSzPts val="2400"/>
              <a:buFont typeface="Noto Sans Symbols"/>
              <a:buNone/>
            </a:pPr>
            <a:endParaRPr lang="en-US" dirty="0"/>
          </a:p>
          <a:p>
            <a:pPr marL="457200" marR="0" lvl="0" indent="-228600" algn="l" rtl="0">
              <a:lnSpc>
                <a:spcPct val="100000"/>
              </a:lnSpc>
              <a:spcBef>
                <a:spcPts val="480"/>
              </a:spcBef>
              <a:spcAft>
                <a:spcPts val="0"/>
              </a:spcAft>
              <a:buClr>
                <a:schemeClr val="dk1"/>
              </a:buClr>
              <a:buSzPts val="2400"/>
              <a:buFont typeface="Noto Sans Symbols"/>
              <a:buNone/>
            </a:pPr>
            <a:r>
              <a:rPr lang="en-US" dirty="0"/>
              <a:t>4. Advanced Semantic Search and Contextual Response Generation</a:t>
            </a:r>
          </a:p>
          <a:p>
            <a:pPr marL="457200" marR="0" lvl="0" indent="-228600" algn="l" rtl="0">
              <a:lnSpc>
                <a:spcPct val="100000"/>
              </a:lnSpc>
              <a:spcBef>
                <a:spcPts val="480"/>
              </a:spcBef>
              <a:spcAft>
                <a:spcPts val="0"/>
              </a:spcAft>
              <a:buClr>
                <a:schemeClr val="dk1"/>
              </a:buClr>
              <a:buSzPts val="2400"/>
              <a:buFont typeface="Noto Sans Symbols"/>
              <a:buNone/>
            </a:pPr>
            <a:endParaRPr lang="en-US" dirty="0"/>
          </a:p>
          <a:p>
            <a:pPr marL="457200" marR="0" lvl="0" indent="-228600" algn="l" rtl="0">
              <a:lnSpc>
                <a:spcPct val="100000"/>
              </a:lnSpc>
              <a:spcBef>
                <a:spcPts val="480"/>
              </a:spcBef>
              <a:spcAft>
                <a:spcPts val="0"/>
              </a:spcAft>
              <a:buClr>
                <a:schemeClr val="dk1"/>
              </a:buClr>
              <a:buSzPts val="2400"/>
              <a:buFont typeface="Noto Sans Symbols"/>
              <a:buNone/>
            </a:pPr>
            <a:r>
              <a:rPr lang="en-US" dirty="0"/>
              <a:t>5. Scalable and Efficient Infrastructure</a:t>
            </a:r>
          </a:p>
          <a:p>
            <a:pPr marL="457200" marR="0" lvl="0" indent="-228600" algn="l" rtl="0">
              <a:lnSpc>
                <a:spcPct val="100000"/>
              </a:lnSpc>
              <a:spcBef>
                <a:spcPts val="480"/>
              </a:spcBef>
              <a:spcAft>
                <a:spcPts val="0"/>
              </a:spcAft>
              <a:buClr>
                <a:schemeClr val="dk1"/>
              </a:buClr>
              <a:buSzPts val="2400"/>
              <a:buFont typeface="Noto Sans Symbols"/>
              <a:buNone/>
            </a:pPr>
            <a:endParaRPr dirty="0"/>
          </a:p>
        </p:txBody>
      </p:sp>
      <p:sp>
        <p:nvSpPr>
          <p:cNvPr id="114" name="Google Shape;114;p5"/>
          <p:cNvSpPr txBox="1">
            <a:spLocks noGrp="1"/>
          </p:cNvSpPr>
          <p:nvPr>
            <p:ph type="sldNum" idx="12"/>
          </p:nvPr>
        </p:nvSpPr>
        <p:spPr>
          <a:xfrm>
            <a:off x="6553200" y="637354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050"/>
              <a:buNone/>
            </a:pPr>
            <a:fld id="{00000000-1234-1234-1234-123412341234}" type="slidenum">
              <a:rPr lang="en-IN"/>
              <a:t>5</a:t>
            </a:fld>
            <a:endParaRPr/>
          </a:p>
        </p:txBody>
      </p:sp>
    </p:spTree>
    <p:extLst>
      <p:ext uri="{BB962C8B-B14F-4D97-AF65-F5344CB8AC3E}">
        <p14:creationId xmlns:p14="http://schemas.microsoft.com/office/powerpoint/2010/main" val="161976122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3" name="Title 2">
            <a:extLst>
              <a:ext uri="{FF2B5EF4-FFF2-40B4-BE49-F238E27FC236}">
                <a16:creationId xmlns:a16="http://schemas.microsoft.com/office/drawing/2014/main" id="{6B593251-FC4F-F406-F207-A87C990B730D}"/>
              </a:ext>
            </a:extLst>
          </p:cNvPr>
          <p:cNvSpPr>
            <a:spLocks noGrp="1"/>
          </p:cNvSpPr>
          <p:nvPr>
            <p:ph type="ctrTitle"/>
          </p:nvPr>
        </p:nvSpPr>
        <p:spPr>
          <a:xfrm>
            <a:off x="836630" y="775026"/>
            <a:ext cx="7772400" cy="1470025"/>
          </a:xfrm>
        </p:spPr>
        <p:txBody>
          <a:bodyPr/>
          <a:lstStyle/>
          <a:p>
            <a:r>
              <a:rPr lang="en-IN" dirty="0"/>
              <a:t>Project Scope:</a:t>
            </a:r>
          </a:p>
        </p:txBody>
      </p:sp>
      <p:sp>
        <p:nvSpPr>
          <p:cNvPr id="10" name="Google Shape;112;p5">
            <a:extLst>
              <a:ext uri="{FF2B5EF4-FFF2-40B4-BE49-F238E27FC236}">
                <a16:creationId xmlns:a16="http://schemas.microsoft.com/office/drawing/2014/main" id="{6949E4A6-1F62-271E-9BCE-8811F6C497F4}"/>
              </a:ext>
            </a:extLst>
          </p:cNvPr>
          <p:cNvSpPr txBox="1">
            <a:spLocks/>
          </p:cNvSpPr>
          <p:nvPr/>
        </p:nvSpPr>
        <p:spPr>
          <a:xfrm>
            <a:off x="-94268" y="1663831"/>
            <a:ext cx="9238268" cy="4070351"/>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81000" algn="ctr" rtl="0">
              <a:lnSpc>
                <a:spcPct val="100000"/>
              </a:lnSpc>
              <a:spcBef>
                <a:spcPts val="480"/>
              </a:spcBef>
              <a:spcAft>
                <a:spcPts val="0"/>
              </a:spcAft>
              <a:buClr>
                <a:srgbClr val="888888"/>
              </a:buClr>
              <a:buSzPts val="2400"/>
              <a:buFont typeface="Noto Sans Symbols"/>
              <a:buNone/>
              <a:defRPr sz="2400" b="0" i="0" u="none" strike="noStrike" cap="none">
                <a:solidFill>
                  <a:srgbClr val="888888"/>
                </a:solidFill>
                <a:latin typeface="Calibri"/>
                <a:ea typeface="Calibri"/>
                <a:cs typeface="Calibri"/>
                <a:sym typeface="Calibri"/>
              </a:defRPr>
            </a:lvl1pPr>
            <a:lvl2pPr marL="914400" marR="0" lvl="1" indent="-355600" algn="ctr" rtl="0">
              <a:lnSpc>
                <a:spcPct val="100000"/>
              </a:lnSpc>
              <a:spcBef>
                <a:spcPts val="400"/>
              </a:spcBef>
              <a:spcAft>
                <a:spcPts val="0"/>
              </a:spcAft>
              <a:buClr>
                <a:srgbClr val="888888"/>
              </a:buClr>
              <a:buSzPts val="2000"/>
              <a:buFont typeface="Noto Sans Symbols"/>
              <a:buNone/>
              <a:defRPr sz="2000" b="0" i="0" u="none" strike="noStrike" cap="none">
                <a:solidFill>
                  <a:srgbClr val="888888"/>
                </a:solidFill>
                <a:latin typeface="Calibri"/>
                <a:ea typeface="Calibri"/>
                <a:cs typeface="Calibri"/>
                <a:sym typeface="Calibri"/>
              </a:defRPr>
            </a:lvl2pPr>
            <a:lvl3pPr marL="1371600" marR="0" lvl="2" indent="-342900" algn="ctr" rtl="0">
              <a:lnSpc>
                <a:spcPct val="100000"/>
              </a:lnSpc>
              <a:spcBef>
                <a:spcPts val="360"/>
              </a:spcBef>
              <a:spcAft>
                <a:spcPts val="0"/>
              </a:spcAft>
              <a:buClr>
                <a:srgbClr val="888888"/>
              </a:buClr>
              <a:buSzPts val="1800"/>
              <a:buFont typeface="Noto Sans Symbols"/>
              <a:buNone/>
              <a:defRPr sz="1800" b="0" i="0" u="none" strike="noStrike" cap="none">
                <a:solidFill>
                  <a:srgbClr val="888888"/>
                </a:solidFill>
                <a:latin typeface="Calibri"/>
                <a:ea typeface="Calibri"/>
                <a:cs typeface="Calibri"/>
                <a:sym typeface="Calibri"/>
              </a:defRPr>
            </a:lvl3pPr>
            <a:lvl4pPr marL="1828800" marR="0" lvl="3" indent="-330200" algn="ctr" rtl="0">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4pPr>
            <a:lvl5pPr marL="2286000" marR="0" lvl="4" indent="-330200" algn="ctr" rtl="0">
              <a:lnSpc>
                <a:spcPct val="100000"/>
              </a:lnSpc>
              <a:spcBef>
                <a:spcPts val="320"/>
              </a:spcBef>
              <a:spcAft>
                <a:spcPts val="0"/>
              </a:spcAft>
              <a:buClr>
                <a:srgbClr val="888888"/>
              </a:buClr>
              <a:buSzPts val="1600"/>
              <a:buFont typeface="Noto Sans Symbols"/>
              <a:buNone/>
              <a:defRPr sz="1600" b="0" i="0" u="none" strike="noStrike" cap="none">
                <a:solidFill>
                  <a:srgbClr val="888888"/>
                </a:solidFill>
                <a:latin typeface="Calibri"/>
                <a:ea typeface="Calibri"/>
                <a:cs typeface="Calibri"/>
                <a:sym typeface="Calibri"/>
              </a:defRPr>
            </a:lvl5pPr>
            <a:lvl6pPr marL="2743200" marR="0" lvl="5"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3200400" marR="0" lvl="6"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657600" marR="0" lvl="7"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4114800" marR="0" lvl="8" indent="-35560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pPr indent="-228600" algn="just">
              <a:buClr>
                <a:schemeClr val="dk1"/>
              </a:buClr>
            </a:pPr>
            <a:r>
              <a:rPr lang="en-US" dirty="0">
                <a:solidFill>
                  <a:schemeClr val="tx1"/>
                </a:solidFill>
              </a:rPr>
              <a:t>1.Natural Language Understanding (NLU):The chatbot will be designed to comprehend natural language inputs from users. It will be capable of understanding various queries and instructions, including questions, requests for information, and search commands.</a:t>
            </a:r>
          </a:p>
          <a:p>
            <a:pPr indent="-228600" algn="just">
              <a:buClr>
                <a:schemeClr val="dk1"/>
              </a:buClr>
            </a:pPr>
            <a:endParaRPr lang="en-US" dirty="0">
              <a:solidFill>
                <a:schemeClr val="tx1"/>
              </a:solidFill>
            </a:endParaRPr>
          </a:p>
          <a:p>
            <a:pPr indent="-228600" algn="just">
              <a:buClr>
                <a:schemeClr val="dk1"/>
              </a:buClr>
            </a:pPr>
            <a:r>
              <a:rPr lang="en-US" dirty="0">
                <a:solidFill>
                  <a:schemeClr val="tx1"/>
                </a:solidFill>
              </a:rPr>
              <a:t>2. Documentation Access: The primary function of the chatbot will be to access a diverse range of documents. These documents will be indexed and </a:t>
            </a:r>
            <a:r>
              <a:rPr lang="en-US" dirty="0" err="1">
                <a:solidFill>
                  <a:schemeClr val="tx1"/>
                </a:solidFill>
              </a:rPr>
              <a:t>organised</a:t>
            </a:r>
            <a:r>
              <a:rPr lang="en-US" dirty="0">
                <a:solidFill>
                  <a:schemeClr val="tx1"/>
                </a:solidFill>
              </a:rPr>
              <a:t> to enable efficient information retrieval.</a:t>
            </a:r>
          </a:p>
          <a:p>
            <a:pPr indent="-228600" algn="just">
              <a:buClr>
                <a:schemeClr val="dk1"/>
              </a:buClr>
            </a:pPr>
            <a:endParaRPr lang="en-US" dirty="0">
              <a:solidFill>
                <a:schemeClr val="tx1"/>
              </a:solidFill>
            </a:endParaRPr>
          </a:p>
          <a:p>
            <a:pPr indent="-228600" algn="just">
              <a:buClr>
                <a:schemeClr val="dk1"/>
              </a:buClr>
            </a:pPr>
            <a:r>
              <a:rPr lang="en-US" dirty="0">
                <a:solidFill>
                  <a:schemeClr val="tx1"/>
                </a:solidFill>
              </a:rPr>
              <a:t>3. Integration with Existing Systems: The chatbot will be designed to integrate seamlessly with existing documentation systems or knowledge bases to leverage the existing resources effectively.</a:t>
            </a:r>
          </a:p>
          <a:p>
            <a:pPr indent="-228600" algn="l">
              <a:buClr>
                <a:schemeClr val="dk1"/>
              </a:buClr>
            </a:pPr>
            <a:endParaRPr lang="en-US" dirty="0">
              <a:solidFill>
                <a:schemeClr val="tx1"/>
              </a:solidFill>
            </a:endParaRPr>
          </a:p>
          <a:p>
            <a:pPr indent="-228600" algn="l">
              <a:buClr>
                <a:schemeClr val="dk1"/>
              </a:buClr>
            </a:pPr>
            <a:endParaRPr lang="en-US" dirty="0">
              <a:solidFill>
                <a:schemeClr val="tx1"/>
              </a:solidFill>
            </a:endParaRPr>
          </a:p>
          <a:p>
            <a:pPr indent="-228600" algn="l">
              <a:buClr>
                <a:schemeClr val="dk1"/>
              </a:buClr>
            </a:pPr>
            <a:endParaRPr lang="en-US" dirty="0">
              <a:solidFill>
                <a:schemeClr val="tx1"/>
              </a:solidFill>
            </a:endParaRPr>
          </a:p>
          <a:p>
            <a:pPr indent="-228600" algn="l">
              <a:buClr>
                <a:schemeClr val="dk1"/>
              </a:buClr>
            </a:pPr>
            <a:endParaRPr lang="en-US" dirty="0">
              <a:solidFill>
                <a:schemeClr val="tx1"/>
              </a:solidFill>
            </a:endParaRPr>
          </a:p>
          <a:p>
            <a:pPr indent="-228600" algn="l">
              <a:buClr>
                <a:schemeClr val="dk1"/>
              </a:buClr>
            </a:pP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90" name="Google Shape;90;p7"/>
          <p:cNvSpPr txBox="1">
            <a:spLocks noGrp="1"/>
          </p:cNvSpPr>
          <p:nvPr>
            <p:ph type="sldNum" idx="12"/>
          </p:nvPr>
        </p:nvSpPr>
        <p:spPr>
          <a:xfrm>
            <a:off x="6553200" y="6373546"/>
            <a:ext cx="2133600" cy="365100"/>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n-IN" sz="1050" b="0" i="0" u="none" strike="noStrike" cap="none">
                <a:solidFill>
                  <a:srgbClr val="888888"/>
                </a:solidFill>
                <a:latin typeface="Calibri"/>
                <a:ea typeface="Calibri"/>
                <a:cs typeface="Calibri"/>
                <a:sym typeface="Calibri"/>
              </a:rPr>
              <a:t>7</a:t>
            </a:fld>
            <a:endParaRPr sz="1050" b="0" i="0" u="none" strike="noStrike" cap="none">
              <a:solidFill>
                <a:srgbClr val="888888"/>
              </a:solidFill>
              <a:latin typeface="Calibri"/>
              <a:ea typeface="Calibri"/>
              <a:cs typeface="Calibri"/>
              <a:sym typeface="Calibri"/>
            </a:endParaRPr>
          </a:p>
        </p:txBody>
      </p:sp>
      <p:sp>
        <p:nvSpPr>
          <p:cNvPr id="4" name="Title 2">
            <a:extLst>
              <a:ext uri="{FF2B5EF4-FFF2-40B4-BE49-F238E27FC236}">
                <a16:creationId xmlns:a16="http://schemas.microsoft.com/office/drawing/2014/main" id="{FF67C386-34DD-1B62-F0EF-62EF7B354883}"/>
              </a:ext>
            </a:extLst>
          </p:cNvPr>
          <p:cNvSpPr txBox="1">
            <a:spLocks/>
          </p:cNvSpPr>
          <p:nvPr/>
        </p:nvSpPr>
        <p:spPr>
          <a:xfrm>
            <a:off x="836630" y="765599"/>
            <a:ext cx="7772400" cy="1470025"/>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a:t>Project Scope:</a:t>
            </a:r>
            <a:endParaRPr lang="en-IN" dirty="0"/>
          </a:p>
        </p:txBody>
      </p:sp>
      <p:sp>
        <p:nvSpPr>
          <p:cNvPr id="5" name="Google Shape;112;p5">
            <a:extLst>
              <a:ext uri="{FF2B5EF4-FFF2-40B4-BE49-F238E27FC236}">
                <a16:creationId xmlns:a16="http://schemas.microsoft.com/office/drawing/2014/main" id="{A9AD4378-3EE6-760C-B57E-20074436B73D}"/>
              </a:ext>
            </a:extLst>
          </p:cNvPr>
          <p:cNvSpPr txBox="1">
            <a:spLocks noGrp="1"/>
          </p:cNvSpPr>
          <p:nvPr>
            <p:ph type="body" idx="1"/>
          </p:nvPr>
        </p:nvSpPr>
        <p:spPr>
          <a:xfrm>
            <a:off x="-103695" y="1795808"/>
            <a:ext cx="9144000" cy="4070351"/>
          </a:xfrm>
          <a:prstGeom prst="rect">
            <a:avLst/>
          </a:prstGeom>
          <a:noFill/>
          <a:ln>
            <a:noFill/>
          </a:ln>
        </p:spPr>
        <p:txBody>
          <a:bodyPr spcFirstLastPara="1" wrap="square" lIns="91425" tIns="91425" rIns="91425" bIns="91425" anchor="t" anchorCtr="0">
            <a:noAutofit/>
          </a:bodyPr>
          <a:lstStyle/>
          <a:p>
            <a:pPr marL="457200" marR="0" lvl="0" indent="-228600" algn="just" rtl="0">
              <a:lnSpc>
                <a:spcPct val="100000"/>
              </a:lnSpc>
              <a:spcBef>
                <a:spcPts val="480"/>
              </a:spcBef>
              <a:spcAft>
                <a:spcPts val="0"/>
              </a:spcAft>
              <a:buClr>
                <a:schemeClr val="dk1"/>
              </a:buClr>
              <a:buSzPts val="2400"/>
              <a:buFont typeface="Noto Sans Symbols"/>
              <a:buNone/>
            </a:pPr>
            <a:r>
              <a:rPr lang="en-US" dirty="0"/>
              <a:t>4. Search Assistance: Users can ask the chatbot for assistance in finding specific information or solutions to problems within the provided documents. The chatbot will perform advanced searches and return relevant excerpts to the relevant sections.</a:t>
            </a:r>
          </a:p>
          <a:p>
            <a:pPr marL="457200" marR="0" lvl="0" indent="-228600" algn="just" rtl="0">
              <a:lnSpc>
                <a:spcPct val="100000"/>
              </a:lnSpc>
              <a:spcBef>
                <a:spcPts val="480"/>
              </a:spcBef>
              <a:spcAft>
                <a:spcPts val="0"/>
              </a:spcAft>
              <a:buClr>
                <a:schemeClr val="dk1"/>
              </a:buClr>
              <a:buSzPts val="2400"/>
              <a:buFont typeface="Noto Sans Symbols"/>
              <a:buNone/>
            </a:pPr>
            <a:endParaRPr lang="en-US" dirty="0"/>
          </a:p>
          <a:p>
            <a:pPr marL="457200" marR="0" lvl="0" indent="-228600" algn="just" rtl="0">
              <a:lnSpc>
                <a:spcPct val="100000"/>
              </a:lnSpc>
              <a:spcBef>
                <a:spcPts val="480"/>
              </a:spcBef>
              <a:spcAft>
                <a:spcPts val="0"/>
              </a:spcAft>
              <a:buClr>
                <a:schemeClr val="dk1"/>
              </a:buClr>
              <a:buSzPts val="2400"/>
              <a:buFont typeface="Noto Sans Symbols"/>
              <a:buNone/>
            </a:pPr>
            <a:r>
              <a:rPr lang="en-US" dirty="0"/>
              <a:t>5. Contextual Responses: The chatbot will be able to maintain context throughout the conversation, ensuring more accurate responses to follow-up questions and queries.</a:t>
            </a:r>
          </a:p>
          <a:p>
            <a:pPr marL="457200" marR="0" lvl="0" indent="-228600" algn="just" rtl="0">
              <a:lnSpc>
                <a:spcPct val="100000"/>
              </a:lnSpc>
              <a:spcBef>
                <a:spcPts val="480"/>
              </a:spcBef>
              <a:spcAft>
                <a:spcPts val="0"/>
              </a:spcAft>
              <a:buClr>
                <a:schemeClr val="dk1"/>
              </a:buClr>
              <a:buSzPts val="2400"/>
              <a:buFont typeface="Noto Sans Symbols"/>
              <a:buNone/>
            </a:pPr>
            <a:endParaRPr lang="en-US" dirty="0"/>
          </a:p>
          <a:p>
            <a:pPr marL="457200" marR="0" lvl="0" indent="-228600" algn="just" rtl="0">
              <a:lnSpc>
                <a:spcPct val="100000"/>
              </a:lnSpc>
              <a:spcBef>
                <a:spcPts val="480"/>
              </a:spcBef>
              <a:spcAft>
                <a:spcPts val="0"/>
              </a:spcAft>
              <a:buClr>
                <a:schemeClr val="dk1"/>
              </a:buClr>
              <a:buSzPts val="2400"/>
              <a:buFont typeface="Noto Sans Symbols"/>
              <a:buNone/>
            </a:pPr>
            <a:r>
              <a:rPr lang="en-US" dirty="0"/>
              <a:t>6.Scalability and Performance: The chatbot's architecture should be scalable to handle a large number of concurrent users and deliver responses with minimal latency.</a:t>
            </a:r>
          </a:p>
          <a:p>
            <a:pPr marL="457200" marR="0" lvl="0" indent="-228600" algn="l" rtl="0">
              <a:lnSpc>
                <a:spcPct val="100000"/>
              </a:lnSpc>
              <a:spcBef>
                <a:spcPts val="480"/>
              </a:spcBef>
              <a:spcAft>
                <a:spcPts val="0"/>
              </a:spcAft>
              <a:buClr>
                <a:schemeClr val="dk1"/>
              </a:buClr>
              <a:buSzPts val="2400"/>
              <a:buFont typeface="Noto Sans Symbols"/>
              <a:buNone/>
            </a:pPr>
            <a:endParaRPr lang="en-US" dirty="0"/>
          </a:p>
          <a:p>
            <a:pPr marL="457200" marR="0" lvl="0" indent="-228600" algn="l" rtl="0">
              <a:lnSpc>
                <a:spcPct val="100000"/>
              </a:lnSpc>
              <a:spcBef>
                <a:spcPts val="480"/>
              </a:spcBef>
              <a:spcAft>
                <a:spcPts val="0"/>
              </a:spcAft>
              <a:buClr>
                <a:schemeClr val="dk1"/>
              </a:buClr>
              <a:buSzPts val="2400"/>
              <a:buFont typeface="Noto Sans Symbols"/>
              <a:buNone/>
            </a:pPr>
            <a:endParaRPr lang="en-US" dirty="0"/>
          </a:p>
          <a:p>
            <a:pPr marL="457200" marR="0" lvl="0" indent="-228600" algn="l" rtl="0">
              <a:lnSpc>
                <a:spcPct val="100000"/>
              </a:lnSpc>
              <a:spcBef>
                <a:spcPts val="480"/>
              </a:spcBef>
              <a:spcAft>
                <a:spcPts val="0"/>
              </a:spcAft>
              <a:buClr>
                <a:schemeClr val="dk1"/>
              </a:buClr>
              <a:buSzPts val="2400"/>
              <a:buFont typeface="Noto Sans Symbols"/>
              <a:buNone/>
            </a:pPr>
            <a:endParaRPr lang="en-US" dirty="0"/>
          </a:p>
          <a:p>
            <a:pPr marL="457200" marR="0" lvl="0" indent="-228600" algn="l" rtl="0">
              <a:lnSpc>
                <a:spcPct val="100000"/>
              </a:lnSpc>
              <a:spcBef>
                <a:spcPts val="480"/>
              </a:spcBef>
              <a:spcAft>
                <a:spcPts val="0"/>
              </a:spcAft>
              <a:buClr>
                <a:schemeClr val="dk1"/>
              </a:buClr>
              <a:buSzPts val="2400"/>
              <a:buFont typeface="Noto Sans Symbols"/>
              <a:buNone/>
            </a:pPr>
            <a:endParaRPr lang="en-US" dirty="0"/>
          </a:p>
          <a:p>
            <a:pPr marL="457200" marR="0" lvl="0" indent="-228600" algn="l" rtl="0">
              <a:lnSpc>
                <a:spcPct val="100000"/>
              </a:lnSpc>
              <a:spcBef>
                <a:spcPts val="480"/>
              </a:spcBef>
              <a:spcAft>
                <a:spcPts val="0"/>
              </a:spcAft>
              <a:buClr>
                <a:schemeClr val="dk1"/>
              </a:buClr>
              <a:buSzPts val="2400"/>
              <a:buFont typeface="Noto Sans Symbols"/>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B4D27D-7480-BF5D-B674-BC6DAF17296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8</a:t>
            </a:fld>
            <a:endParaRPr lang="en-IN"/>
          </a:p>
        </p:txBody>
      </p:sp>
      <p:pic>
        <p:nvPicPr>
          <p:cNvPr id="3074" name="Picture 2">
            <a:extLst>
              <a:ext uri="{FF2B5EF4-FFF2-40B4-BE49-F238E27FC236}">
                <a16:creationId xmlns:a16="http://schemas.microsoft.com/office/drawing/2014/main" id="{F26E6F03-59A7-ED01-EC83-811095A357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70707" y="1449096"/>
            <a:ext cx="6802585" cy="5148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913702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E209E-D979-A6DF-3B88-D55D018D2027}"/>
              </a:ext>
            </a:extLst>
          </p:cNvPr>
          <p:cNvSpPr>
            <a:spLocks noGrp="1"/>
          </p:cNvSpPr>
          <p:nvPr>
            <p:ph type="title"/>
          </p:nvPr>
        </p:nvSpPr>
        <p:spPr>
          <a:xfrm>
            <a:off x="2344917" y="1823301"/>
            <a:ext cx="4454165" cy="580534"/>
          </a:xfrm>
        </p:spPr>
        <p:txBody>
          <a:bodyPr/>
          <a:lstStyle/>
          <a:p>
            <a:r>
              <a:rPr lang="en-US" dirty="0"/>
              <a:t>Hardware and software to be used:</a:t>
            </a:r>
            <a:br>
              <a:rPr lang="en-US" dirty="0"/>
            </a:br>
            <a:endParaRPr lang="en-IN" dirty="0"/>
          </a:p>
        </p:txBody>
      </p:sp>
      <p:sp>
        <p:nvSpPr>
          <p:cNvPr id="3" name="Text Placeholder 2">
            <a:extLst>
              <a:ext uri="{FF2B5EF4-FFF2-40B4-BE49-F238E27FC236}">
                <a16:creationId xmlns:a16="http://schemas.microsoft.com/office/drawing/2014/main" id="{4B92423D-F4FB-1D7C-22C9-AC3BBBDEC289}"/>
              </a:ext>
            </a:extLst>
          </p:cNvPr>
          <p:cNvSpPr>
            <a:spLocks noGrp="1"/>
          </p:cNvSpPr>
          <p:nvPr>
            <p:ph type="body" idx="1"/>
          </p:nvPr>
        </p:nvSpPr>
        <p:spPr>
          <a:xfrm>
            <a:off x="353505" y="2787649"/>
            <a:ext cx="8229600" cy="4070351"/>
          </a:xfrm>
        </p:spPr>
        <p:txBody>
          <a:bodyPr/>
          <a:lstStyle/>
          <a:p>
            <a:pPr marL="76200" indent="0">
              <a:buNone/>
            </a:pPr>
            <a:r>
              <a:rPr lang="en-IN" dirty="0"/>
              <a:t>API development and Backend: Python, Flask, Pinecone</a:t>
            </a:r>
          </a:p>
          <a:p>
            <a:pPr marL="76200" indent="0">
              <a:buNone/>
            </a:pPr>
            <a:r>
              <a:rPr lang="en-IN" dirty="0"/>
              <a:t>Frontend: </a:t>
            </a:r>
            <a:r>
              <a:rPr lang="en-IN" dirty="0" err="1"/>
              <a:t>Webflow</a:t>
            </a:r>
            <a:r>
              <a:rPr lang="en-IN" dirty="0"/>
              <a:t> and </a:t>
            </a:r>
            <a:r>
              <a:rPr lang="en-IN" dirty="0" err="1"/>
              <a:t>Javascript</a:t>
            </a:r>
            <a:endParaRPr lang="en-IN" dirty="0"/>
          </a:p>
          <a:p>
            <a:pPr marL="76200" indent="0">
              <a:buNone/>
            </a:pPr>
            <a:r>
              <a:rPr lang="en-IN" dirty="0"/>
              <a:t>LLM Model: </a:t>
            </a:r>
            <a:r>
              <a:rPr lang="en-IN" dirty="0" err="1"/>
              <a:t>LLama</a:t>
            </a:r>
            <a:r>
              <a:rPr lang="en-IN" dirty="0"/>
              <a:t> 2 </a:t>
            </a:r>
          </a:p>
          <a:p>
            <a:pPr marL="76200" indent="0">
              <a:buNone/>
            </a:pPr>
            <a:r>
              <a:rPr lang="en-IN" dirty="0"/>
              <a:t>Deployment: Replicate</a:t>
            </a:r>
          </a:p>
          <a:p>
            <a:pPr marL="76200" indent="0">
              <a:buNone/>
            </a:pPr>
            <a:endParaRPr lang="en-IN" dirty="0"/>
          </a:p>
        </p:txBody>
      </p:sp>
      <p:sp>
        <p:nvSpPr>
          <p:cNvPr id="4" name="Slide Number Placeholder 3">
            <a:extLst>
              <a:ext uri="{FF2B5EF4-FFF2-40B4-BE49-F238E27FC236}">
                <a16:creationId xmlns:a16="http://schemas.microsoft.com/office/drawing/2014/main" id="{720C350E-3CF7-3636-105C-66E71232881D}"/>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9</a:t>
            </a:fld>
            <a:endParaRPr lang="en-IN"/>
          </a:p>
        </p:txBody>
      </p:sp>
    </p:spTree>
    <p:extLst>
      <p:ext uri="{BB962C8B-B14F-4D97-AF65-F5344CB8AC3E}">
        <p14:creationId xmlns:p14="http://schemas.microsoft.com/office/powerpoint/2010/main" val="2271712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29BABA-852E-2DA9-E72B-48BF181C57E7}"/>
              </a:ext>
            </a:extLst>
          </p:cNvPr>
          <p:cNvSpPr>
            <a:spLocks noGrp="1"/>
          </p:cNvSpPr>
          <p:nvPr>
            <p:ph type="title"/>
          </p:nvPr>
        </p:nvSpPr>
        <p:spPr>
          <a:xfrm>
            <a:off x="457200" y="1681899"/>
            <a:ext cx="8229600" cy="914400"/>
          </a:xfrm>
        </p:spPr>
        <p:txBody>
          <a:bodyPr/>
          <a:lstStyle/>
          <a:p>
            <a:r>
              <a:rPr lang="en-IN" dirty="0"/>
              <a:t>Motivation</a:t>
            </a:r>
            <a:br>
              <a:rPr lang="en-IN" dirty="0"/>
            </a:br>
            <a:br>
              <a:rPr lang="en-IN" dirty="0"/>
            </a:br>
            <a:endParaRPr lang="en-IN" dirty="0"/>
          </a:p>
        </p:txBody>
      </p:sp>
      <p:sp>
        <p:nvSpPr>
          <p:cNvPr id="3" name="Text Placeholder 2">
            <a:extLst>
              <a:ext uri="{FF2B5EF4-FFF2-40B4-BE49-F238E27FC236}">
                <a16:creationId xmlns:a16="http://schemas.microsoft.com/office/drawing/2014/main" id="{BBBE36E0-5A9A-88C4-D0F0-39E151BCA62C}"/>
              </a:ext>
            </a:extLst>
          </p:cNvPr>
          <p:cNvSpPr>
            <a:spLocks noGrp="1"/>
          </p:cNvSpPr>
          <p:nvPr>
            <p:ph type="body" idx="1"/>
          </p:nvPr>
        </p:nvSpPr>
        <p:spPr>
          <a:xfrm>
            <a:off x="344078" y="2485757"/>
            <a:ext cx="4227922" cy="4070351"/>
          </a:xfrm>
        </p:spPr>
        <p:txBody>
          <a:bodyPr/>
          <a:lstStyle/>
          <a:p>
            <a:pPr marL="76200" indent="0" algn="just">
              <a:buNone/>
            </a:pPr>
            <a:r>
              <a:rPr lang="en-US" dirty="0"/>
              <a:t>Chat GPT was the fastest software to achieve 1M user in the history of the internet.</a:t>
            </a:r>
          </a:p>
          <a:p>
            <a:pPr marL="76200" indent="0" algn="just">
              <a:buNone/>
            </a:pPr>
            <a:endParaRPr lang="en-US" dirty="0"/>
          </a:p>
          <a:p>
            <a:pPr marL="76200" indent="0" algn="just">
              <a:buNone/>
            </a:pPr>
            <a:r>
              <a:rPr lang="en-US" dirty="0"/>
              <a:t>Reacting to the public’s enthusiasm about AI and its various applications, we want to create a AI powered application.</a:t>
            </a:r>
          </a:p>
          <a:p>
            <a:pPr marL="76200" indent="0" algn="just">
              <a:buNone/>
            </a:pPr>
            <a:endParaRPr lang="en-US" dirty="0"/>
          </a:p>
        </p:txBody>
      </p:sp>
      <p:sp>
        <p:nvSpPr>
          <p:cNvPr id="4" name="Slide Number Placeholder 3">
            <a:extLst>
              <a:ext uri="{FF2B5EF4-FFF2-40B4-BE49-F238E27FC236}">
                <a16:creationId xmlns:a16="http://schemas.microsoft.com/office/drawing/2014/main" id="{5BA9BB27-6522-C106-9905-693F6CC5631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10</a:t>
            </a:fld>
            <a:endParaRPr lang="en-IN"/>
          </a:p>
        </p:txBody>
      </p:sp>
      <p:pic>
        <p:nvPicPr>
          <p:cNvPr id="4098" name="Picture 2">
            <a:extLst>
              <a:ext uri="{FF2B5EF4-FFF2-40B4-BE49-F238E27FC236}">
                <a16:creationId xmlns:a16="http://schemas.microsoft.com/office/drawing/2014/main" id="{3088E852-A558-142D-9368-B85A4B7F13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1475" y="2243579"/>
            <a:ext cx="4322525" cy="3285241"/>
          </a:xfrm>
          <a:prstGeom prst="rect">
            <a:avLst/>
          </a:prstGeom>
          <a:noFill/>
          <a:extLst>
            <a:ext uri="{909E8E84-426E-40DD-AFC4-6F175D3DCCD1}">
              <a14:hiddenFill xmlns:a14="http://schemas.microsoft.com/office/drawing/2010/main">
                <a:solidFill>
                  <a:srgbClr val="FFFFFF"/>
                </a:solidFill>
              </a14:hiddenFill>
            </a:ext>
          </a:extLst>
        </p:spPr>
      </p:pic>
      <p:sp>
        <p:nvSpPr>
          <p:cNvPr id="11" name="Title 1">
            <a:extLst>
              <a:ext uri="{FF2B5EF4-FFF2-40B4-BE49-F238E27FC236}">
                <a16:creationId xmlns:a16="http://schemas.microsoft.com/office/drawing/2014/main" id="{EA796F53-122A-FE90-0961-43C81FD2278F}"/>
              </a:ext>
            </a:extLst>
          </p:cNvPr>
          <p:cNvSpPr txBox="1">
            <a:spLocks/>
          </p:cNvSpPr>
          <p:nvPr/>
        </p:nvSpPr>
        <p:spPr>
          <a:xfrm>
            <a:off x="-1888504" y="2243579"/>
            <a:ext cx="8229600" cy="914400"/>
          </a:xfrm>
          <a:prstGeom prst="rect">
            <a:avLst/>
          </a:prstGeom>
          <a:noFill/>
          <a:ln>
            <a:noFill/>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chemeClr val="dk1"/>
              </a:buClr>
              <a:buSzPts val="3600"/>
              <a:buFont typeface="Calibri"/>
              <a:buNone/>
              <a:defRPr sz="3600" b="1"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r>
              <a:rPr lang="en-IN" sz="2400" dirty="0"/>
              <a:t>Why Artificial Intelligence?</a:t>
            </a:r>
            <a:br>
              <a:rPr lang="en-IN" dirty="0"/>
            </a:br>
            <a:br>
              <a:rPr lang="en-IN" dirty="0"/>
            </a:br>
            <a:endParaRPr lang="en-IN" dirty="0"/>
          </a:p>
        </p:txBody>
      </p:sp>
    </p:spTree>
    <p:extLst>
      <p:ext uri="{BB962C8B-B14F-4D97-AF65-F5344CB8AC3E}">
        <p14:creationId xmlns:p14="http://schemas.microsoft.com/office/powerpoint/2010/main" val="236781517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3BEA2-AA2E-DA89-DFE2-8C1D48B4D65D}"/>
              </a:ext>
            </a:extLst>
          </p:cNvPr>
          <p:cNvSpPr>
            <a:spLocks noGrp="1"/>
          </p:cNvSpPr>
          <p:nvPr>
            <p:ph type="title"/>
          </p:nvPr>
        </p:nvSpPr>
        <p:spPr>
          <a:xfrm>
            <a:off x="457200" y="1110836"/>
            <a:ext cx="8229600" cy="914400"/>
          </a:xfrm>
        </p:spPr>
        <p:txBody>
          <a:bodyPr/>
          <a:lstStyle/>
          <a:p>
            <a:r>
              <a:rPr lang="en-IN" dirty="0"/>
              <a:t>Motivation</a:t>
            </a:r>
          </a:p>
        </p:txBody>
      </p:sp>
      <p:sp>
        <p:nvSpPr>
          <p:cNvPr id="3" name="Text Placeholder 2">
            <a:extLst>
              <a:ext uri="{FF2B5EF4-FFF2-40B4-BE49-F238E27FC236}">
                <a16:creationId xmlns:a16="http://schemas.microsoft.com/office/drawing/2014/main" id="{12951893-49B4-E807-DBF5-5A6DFA16A9F2}"/>
              </a:ext>
            </a:extLst>
          </p:cNvPr>
          <p:cNvSpPr>
            <a:spLocks noGrp="1"/>
          </p:cNvSpPr>
          <p:nvPr>
            <p:ph type="body" idx="1"/>
          </p:nvPr>
        </p:nvSpPr>
        <p:spPr>
          <a:xfrm>
            <a:off x="457200" y="1676813"/>
            <a:ext cx="8229600" cy="4070351"/>
          </a:xfrm>
        </p:spPr>
        <p:txBody>
          <a:bodyPr/>
          <a:lstStyle/>
          <a:p>
            <a:pPr marL="76200" indent="0" algn="just">
              <a:buNone/>
            </a:pPr>
            <a:r>
              <a:rPr lang="en-IN" b="1" dirty="0"/>
              <a:t>Why DOCSENSE?</a:t>
            </a:r>
          </a:p>
          <a:p>
            <a:pPr marL="76200" indent="0" algn="just">
              <a:buNone/>
            </a:pPr>
            <a:r>
              <a:rPr lang="en-US" dirty="0"/>
              <a:t>Access to vast repositories of information is crucial for individuals and organizations alike</a:t>
            </a:r>
          </a:p>
          <a:p>
            <a:pPr marL="76200" indent="0" algn="just">
              <a:buNone/>
            </a:pPr>
            <a:endParaRPr lang="en-US" dirty="0"/>
          </a:p>
          <a:p>
            <a:pPr marL="76200" indent="0" algn="just">
              <a:buNone/>
            </a:pPr>
            <a:r>
              <a:rPr lang="en-US" dirty="0"/>
              <a:t>Sheer volume of documents, manuals, and other sources of knowledge can often overwhelm users, making it challenging to find and comprehend the information they seek efficiently. </a:t>
            </a:r>
          </a:p>
          <a:p>
            <a:pPr marL="76200" indent="0" algn="just">
              <a:buNone/>
            </a:pPr>
            <a:endParaRPr lang="en-US" dirty="0"/>
          </a:p>
          <a:p>
            <a:pPr marL="76200" indent="0" algn="just">
              <a:buNone/>
            </a:pPr>
            <a:r>
              <a:rPr lang="en-US" dirty="0"/>
              <a:t>Conventional search engines and static documentation systems may not always provide the interactive, intelligent, and user-friendly experience necessary to facilitate seamless information retrieval and understanding.</a:t>
            </a:r>
          </a:p>
          <a:p>
            <a:pPr marL="76200" indent="0" algn="just">
              <a:buNone/>
            </a:pPr>
            <a:endParaRPr lang="en-US" dirty="0"/>
          </a:p>
          <a:p>
            <a:pPr marL="76200" indent="0" algn="just">
              <a:buNone/>
            </a:pPr>
            <a:endParaRPr lang="en-IN" dirty="0"/>
          </a:p>
          <a:p>
            <a:pPr marL="76200" indent="0" algn="just">
              <a:buNone/>
            </a:pPr>
            <a:endParaRPr lang="en-IN" dirty="0"/>
          </a:p>
        </p:txBody>
      </p:sp>
      <p:sp>
        <p:nvSpPr>
          <p:cNvPr id="4" name="Slide Number Placeholder 3">
            <a:extLst>
              <a:ext uri="{FF2B5EF4-FFF2-40B4-BE49-F238E27FC236}">
                <a16:creationId xmlns:a16="http://schemas.microsoft.com/office/drawing/2014/main" id="{1B9DDB2B-3AAD-C4B9-16E1-B36A435FAC4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11</a:t>
            </a:fld>
            <a:endParaRPr lang="en-IN"/>
          </a:p>
        </p:txBody>
      </p:sp>
    </p:spTree>
    <p:extLst>
      <p:ext uri="{BB962C8B-B14F-4D97-AF65-F5344CB8AC3E}">
        <p14:creationId xmlns:p14="http://schemas.microsoft.com/office/powerpoint/2010/main" val="25571529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A4751-FC96-DBBD-3204-641917B959F0}"/>
              </a:ext>
            </a:extLst>
          </p:cNvPr>
          <p:cNvSpPr>
            <a:spLocks noGrp="1"/>
          </p:cNvSpPr>
          <p:nvPr>
            <p:ph type="title"/>
          </p:nvPr>
        </p:nvSpPr>
        <p:spPr>
          <a:xfrm>
            <a:off x="457200" y="1432874"/>
            <a:ext cx="8229600" cy="914400"/>
          </a:xfrm>
        </p:spPr>
        <p:txBody>
          <a:bodyPr/>
          <a:lstStyle/>
          <a:p>
            <a:r>
              <a:rPr lang="en-IN" dirty="0"/>
              <a:t>Expected Outcomes</a:t>
            </a:r>
            <a:br>
              <a:rPr lang="en-IN" dirty="0"/>
            </a:br>
            <a:endParaRPr lang="en-IN" dirty="0"/>
          </a:p>
        </p:txBody>
      </p:sp>
      <p:sp>
        <p:nvSpPr>
          <p:cNvPr id="3" name="Text Placeholder 2">
            <a:extLst>
              <a:ext uri="{FF2B5EF4-FFF2-40B4-BE49-F238E27FC236}">
                <a16:creationId xmlns:a16="http://schemas.microsoft.com/office/drawing/2014/main" id="{AE4BA59E-719D-5450-6DD7-6CF693EC0605}"/>
              </a:ext>
            </a:extLst>
          </p:cNvPr>
          <p:cNvSpPr>
            <a:spLocks noGrp="1"/>
          </p:cNvSpPr>
          <p:nvPr>
            <p:ph type="body" idx="1"/>
          </p:nvPr>
        </p:nvSpPr>
        <p:spPr/>
        <p:txBody>
          <a:bodyPr/>
          <a:lstStyle/>
          <a:p>
            <a:pPr marL="533400" indent="-457200">
              <a:buAutoNum type="arabicPeriod"/>
            </a:pPr>
            <a:r>
              <a:rPr lang="en-US" dirty="0"/>
              <a:t>Develop AI-powered chatbots integration</a:t>
            </a:r>
          </a:p>
          <a:p>
            <a:pPr marL="533400" indent="-457200">
              <a:buAutoNum type="arabicPeriod"/>
            </a:pPr>
            <a:r>
              <a:rPr lang="en-IN" dirty="0"/>
              <a:t>Improve customer support experience</a:t>
            </a:r>
          </a:p>
          <a:p>
            <a:pPr marL="533400" indent="-457200">
              <a:buAutoNum type="arabicPeriod"/>
            </a:pPr>
            <a:r>
              <a:rPr lang="en-IN" dirty="0"/>
              <a:t>Boost team productivity</a:t>
            </a:r>
          </a:p>
          <a:p>
            <a:pPr marL="533400" indent="-457200">
              <a:buAutoNum type="arabicPeriod"/>
            </a:pPr>
            <a:r>
              <a:rPr lang="en-IN" dirty="0"/>
              <a:t>Optimize AI copywriting</a:t>
            </a:r>
          </a:p>
          <a:p>
            <a:pPr marL="533400" indent="-457200">
              <a:buAutoNum type="arabicPeriod"/>
            </a:pPr>
            <a:r>
              <a:rPr lang="en-US" dirty="0"/>
              <a:t>Implement advanced integrations and data analysis</a:t>
            </a:r>
          </a:p>
          <a:p>
            <a:pPr marL="533400" indent="-457200">
              <a:buAutoNum type="arabicPeriod"/>
            </a:pPr>
            <a:r>
              <a:rPr lang="en-IN" dirty="0"/>
              <a:t>Enable easy student research</a:t>
            </a:r>
          </a:p>
          <a:p>
            <a:pPr marL="533400" indent="-457200">
              <a:buAutoNum type="arabicPeriod"/>
            </a:pPr>
            <a:endParaRPr lang="en-IN" dirty="0"/>
          </a:p>
        </p:txBody>
      </p:sp>
      <p:sp>
        <p:nvSpPr>
          <p:cNvPr id="4" name="Slide Number Placeholder 3">
            <a:extLst>
              <a:ext uri="{FF2B5EF4-FFF2-40B4-BE49-F238E27FC236}">
                <a16:creationId xmlns:a16="http://schemas.microsoft.com/office/drawing/2014/main" id="{04C241EE-194C-150A-7AA8-FC53AA2B48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IN" smtClean="0"/>
              <a:t>12</a:t>
            </a:fld>
            <a:endParaRPr lang="en-IN"/>
          </a:p>
        </p:txBody>
      </p:sp>
    </p:spTree>
    <p:extLst>
      <p:ext uri="{BB962C8B-B14F-4D97-AF65-F5344CB8AC3E}">
        <p14:creationId xmlns:p14="http://schemas.microsoft.com/office/powerpoint/2010/main" val="3462128798"/>
      </p:ext>
    </p:extLst>
  </p:cSld>
  <p:clrMapOvr>
    <a:masterClrMapping/>
  </p:clrMapOvr>
</p:sld>
</file>

<file path=ppt/theme/theme1.xml><?xml version="1.0" encoding="utf-8"?>
<a:theme xmlns:a="http://schemas.openxmlformats.org/drawingml/2006/main" name="MPST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D83D1C75672FF49879B7DF03660547F" ma:contentTypeVersion="0" ma:contentTypeDescription="Create a new document." ma:contentTypeScope="" ma:versionID="245958d767254607e18b6d8cbb4b77a6">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42EB055-D989-4100-9CE8-8643C305EEF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2.xml><?xml version="1.0" encoding="utf-8"?>
<ds:datastoreItem xmlns:ds="http://schemas.openxmlformats.org/officeDocument/2006/customXml" ds:itemID="{B30E32E2-BAC2-431C-9C14-E8080DB191AA}">
  <ds:schemaRefs>
    <ds:schemaRef ds:uri="http://schemas.microsoft.com/sharepoint/v3/contenttype/forms"/>
  </ds:schemaRefs>
</ds:datastoreItem>
</file>

<file path=customXml/itemProps3.xml><?xml version="1.0" encoding="utf-8"?>
<ds:datastoreItem xmlns:ds="http://schemas.openxmlformats.org/officeDocument/2006/customXml" ds:itemID="{52F74B71-B3B9-452D-A184-7A2BE01CD2C5}">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61</TotalTime>
  <Words>592</Words>
  <Application>Microsoft Office PowerPoint</Application>
  <PresentationFormat>On-screen Show (4:3)</PresentationFormat>
  <Paragraphs>82</Paragraphs>
  <Slides>12</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Book Antiqua</vt:lpstr>
      <vt:lpstr>Noto Sans Symbols</vt:lpstr>
      <vt:lpstr>Calibri</vt:lpstr>
      <vt:lpstr>Arial</vt:lpstr>
      <vt:lpstr>MPSTME</vt:lpstr>
      <vt:lpstr>        BTECH A.Y. 2023-2024 Project Title: DocSense - Document Summarization with Enhanced Natural-Language Search Engine </vt:lpstr>
      <vt:lpstr>What is DocSense?</vt:lpstr>
      <vt:lpstr>Where does ChatGPT fail? (and DocSense succeeds)</vt:lpstr>
      <vt:lpstr>PowerPoint Presentation</vt:lpstr>
      <vt:lpstr>Project Objectives:</vt:lpstr>
      <vt:lpstr>Project Scope:</vt:lpstr>
      <vt:lpstr>PowerPoint Presentation</vt:lpstr>
      <vt:lpstr>PowerPoint Presentation</vt:lpstr>
      <vt:lpstr>Hardware and software to be used: </vt:lpstr>
      <vt:lpstr>Motivation  </vt:lpstr>
      <vt:lpstr>Motivation</vt:lpstr>
      <vt:lpstr>Expected Outcomes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BTech CSBS Synopsis Presentation A.Y. 2023-2024 Project Title:</dc:title>
  <dc:creator>Shubha Puthran</dc:creator>
  <cp:lastModifiedBy>farhan shaikh</cp:lastModifiedBy>
  <cp:revision>6</cp:revision>
  <dcterms:modified xsi:type="dcterms:W3CDTF">2023-08-02T18:38:46Z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0x010100DD83D1C75672FF49879B7DF03660547F</vt:lpwstr>
  </property>
</Properties>
</file>